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Montserrat"/>
      <p:regular r:id="rId36"/>
      <p:bold r:id="rId37"/>
      <p:italic r:id="rId38"/>
      <p:boldItalic r:id="rId39"/>
    </p:embeddedFont>
    <p:embeddedFont>
      <p:font typeface="Arvo"/>
      <p:regular r:id="rId40"/>
      <p:bold r:id="rId41"/>
      <p:italic r:id="rId42"/>
      <p:boldItalic r:id="rId43"/>
    </p:embeddedFont>
    <p:embeddedFont>
      <p:font typeface="Roboto Condensed"/>
      <p:regular r:id="rId44"/>
      <p:bold r:id="rId45"/>
      <p:italic r:id="rId46"/>
      <p:boldItalic r:id="rId47"/>
    </p:embeddedFont>
    <p:embeddedFont>
      <p:font typeface="Roboto Condensed Light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1BC6CD16-5468-4B9F-9CFC-40E8ADF97A54}">
  <a:tblStyle styleId="{1BC6CD16-5468-4B9F-9CFC-40E8ADF97A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vo-regular.fntdata"/><Relationship Id="rId42" Type="http://schemas.openxmlformats.org/officeDocument/2006/relationships/font" Target="fonts/Arvo-italic.fntdata"/><Relationship Id="rId41" Type="http://schemas.openxmlformats.org/officeDocument/2006/relationships/font" Target="fonts/Arvo-bold.fntdata"/><Relationship Id="rId44" Type="http://schemas.openxmlformats.org/officeDocument/2006/relationships/font" Target="fonts/RobotoCondensed-regular.fntdata"/><Relationship Id="rId43" Type="http://schemas.openxmlformats.org/officeDocument/2006/relationships/font" Target="fonts/Arvo-boldItalic.fntdata"/><Relationship Id="rId46" Type="http://schemas.openxmlformats.org/officeDocument/2006/relationships/font" Target="fonts/RobotoCondensed-italic.fntdata"/><Relationship Id="rId45" Type="http://schemas.openxmlformats.org/officeDocument/2006/relationships/font" Target="fonts/RobotoCondense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CondensedLight-regular.fntdata"/><Relationship Id="rId47" Type="http://schemas.openxmlformats.org/officeDocument/2006/relationships/font" Target="fonts/RobotoCondensed-boldItalic.fntdata"/><Relationship Id="rId49" Type="http://schemas.openxmlformats.org/officeDocument/2006/relationships/font" Target="fonts/RobotoCondensed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Montserrat-bold.fntdata"/><Relationship Id="rId36" Type="http://schemas.openxmlformats.org/officeDocument/2006/relationships/font" Target="fonts/Montserrat-regular.fntdata"/><Relationship Id="rId39" Type="http://schemas.openxmlformats.org/officeDocument/2006/relationships/font" Target="fonts/Montserrat-boldItalic.fntdata"/><Relationship Id="rId38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CondensedLight-boldItalic.fntdata"/><Relationship Id="rId50" Type="http://schemas.openxmlformats.org/officeDocument/2006/relationships/font" Target="fonts/RobotoCondensedLigh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5ed75ccf_0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5ed75ccf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5694cd56_04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5694cd56_0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77cc2f8164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77cc2f816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134fb1cf8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134fb1c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657edcabb3_95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657edcabb3_95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" name="Google Shape;22;p2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flipH="1" rot="10800000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" name="Google Shape;39;p3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3"/>
          <p:cNvSpPr txBox="1"/>
          <p:nvPr>
            <p:ph idx="1" type="subTitle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55" name="Google Shape;55;p4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58" name="Google Shape;58;p4"/>
          <p:cNvSpPr txBox="1"/>
          <p:nvPr>
            <p:ph idx="1" type="body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i="1" sz="3000">
                <a:solidFill>
                  <a:srgbClr val="FFFFFF"/>
                </a:solidFill>
              </a:defRPr>
            </a:lvl1pPr>
            <a:lvl2pPr indent="-419100" lvl="1" marL="9144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2pPr>
            <a:lvl3pPr indent="-419100" lvl="2" marL="13716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3pPr>
            <a:lvl4pPr indent="-419100" lvl="3" marL="18288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4pPr>
            <a:lvl5pPr indent="-419100" lvl="4" marL="22860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5pPr>
            <a:lvl6pPr indent="-419100" lvl="5" marL="27432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6pPr>
            <a:lvl7pPr indent="-419100" lvl="6" marL="32004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7pPr>
            <a:lvl8pPr indent="-419100" lvl="7" marL="36576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8pPr>
            <a:lvl9pPr indent="-419100" lvl="8" marL="41148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9" name="Google Shape;59;p4"/>
          <p:cNvSpPr txBox="1"/>
          <p:nvPr/>
        </p:nvSpPr>
        <p:spPr>
          <a:xfrm>
            <a:off x="286600" y="1014575"/>
            <a:ext cx="676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accent5"/>
                </a:solidFill>
              </a:rPr>
              <a:t>“</a:t>
            </a:r>
            <a:endParaRPr b="1" sz="7200">
              <a:solidFill>
                <a:schemeClr val="accent5"/>
              </a:solidFill>
            </a:endParaRPr>
          </a:p>
        </p:txBody>
      </p:sp>
      <p:sp>
        <p:nvSpPr>
          <p:cNvPr id="60" name="Google Shape;60;p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8" name="Google Shape;98;p6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9" name="Google Shape;99;p6"/>
          <p:cNvSpPr txBox="1"/>
          <p:nvPr>
            <p:ph idx="1" type="body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indent="-355600" lvl="3" marL="18288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indent="-355600" lvl="4" marL="22860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indent="-355600" lvl="5" marL="27432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indent="-355600" lvl="6" marL="3200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indent="-355600" lvl="7" marL="3657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indent="-355600" lvl="8" marL="41148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/>
        </p:txBody>
      </p:sp>
      <p:sp>
        <p:nvSpPr>
          <p:cNvPr id="100" name="Google Shape;100;p6"/>
          <p:cNvSpPr txBox="1"/>
          <p:nvPr>
            <p:ph idx="2" type="body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indent="-355600" lvl="3" marL="18288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indent="-355600" lvl="4" marL="22860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indent="-355600" lvl="5" marL="27432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indent="-355600" lvl="6" marL="3200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indent="-355600" lvl="7" marL="3657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indent="-355600" lvl="8" marL="41148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/>
        </p:txBody>
      </p:sp>
      <p:sp>
        <p:nvSpPr>
          <p:cNvPr id="101" name="Google Shape;101;p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7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04" name="Google Shape;104;p7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5" name="Google Shape;105;p7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06" name="Google Shape;106;p7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8" name="Google Shape;108;p7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1" name="Google Shape;111;p7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2" name="Google Shape;112;p7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7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4" name="Google Shape;114;p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" name="Google Shape;119;p7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21" name="Google Shape;121;p7"/>
          <p:cNvSpPr txBox="1"/>
          <p:nvPr>
            <p:ph idx="2" type="body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22" name="Google Shape;122;p7"/>
          <p:cNvSpPr txBox="1"/>
          <p:nvPr>
            <p:ph idx="3" type="body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23" name="Google Shape;123;p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1" name="Google Shape;141;p8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2" name="Google Shape;142;p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45" name="Google Shape;145;p9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" name="Google Shape;149;p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</a:lstStyle>
          <a:p/>
        </p:txBody>
      </p:sp>
      <p:sp>
        <p:nvSpPr>
          <p:cNvPr id="153" name="Google Shape;153;p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55" name="Google Shape;155;p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9" name="Google Shape;179;p1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6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google.com/sheets/about/" TargetMode="External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startupstockphotos.com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material.io/guidelines/resources/roboto-noto-fonts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twitter.com/googledocs/status/730087240156643328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PRESENTATION 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190" name="Google Shape;190;p12"/>
          <p:cNvSpPr txBox="1"/>
          <p:nvPr>
            <p:ph idx="2" type="body"/>
          </p:nvPr>
        </p:nvSpPr>
        <p:spPr>
          <a:xfrm>
            <a:off x="4119725" y="1744425"/>
            <a:ext cx="3654900" cy="17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9800"/>
                </a:solidFill>
              </a:rPr>
              <a:t>EDIT IN POWERPOINT®</a:t>
            </a:r>
            <a:endParaRPr sz="1200">
              <a:solidFill>
                <a:srgbClr val="FF98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Click on the button under the presentation preview that says "Download as PowerPoint template". You will get a .pptx file that you can edit in PowerPoint.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Remember to download and install the fonts used in this presentation (you’ll find the links to the font files needed in the </a:t>
            </a:r>
            <a:r>
              <a:rPr lang="en" sz="1200" u="sng">
                <a:hlinkClick action="ppaction://hlinksldjump" r:id="rId3"/>
              </a:rPr>
              <a:t>Presentation design slide</a:t>
            </a:r>
            <a:r>
              <a:rPr lang="en" sz="1200"/>
              <a:t>)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100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191" name="Google Shape;191;p12"/>
          <p:cNvSpPr txBox="1"/>
          <p:nvPr>
            <p:ph idx="2" type="body"/>
          </p:nvPr>
        </p:nvSpPr>
        <p:spPr>
          <a:xfrm>
            <a:off x="814275" y="4286925"/>
            <a:ext cx="51684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3F5378"/>
                </a:solidFill>
              </a:rPr>
              <a:t>More info on how to use this template at </a:t>
            </a:r>
            <a:r>
              <a:rPr b="1" i="1" lang="en" sz="1000" u="sng">
                <a:solidFill>
                  <a:srgbClr val="3F5378"/>
                </a:solidFill>
                <a:hlinkClick r:id="rId4"/>
              </a:rPr>
              <a:t>www.slidescarnival.com/help-use-presentation-template</a:t>
            </a:r>
            <a:endParaRPr b="1" i="1" sz="1000">
              <a:solidFill>
                <a:srgbClr val="3F53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3F5378"/>
                </a:solidFill>
              </a:rPr>
              <a:t>This template is free to use under </a:t>
            </a:r>
            <a:r>
              <a:rPr i="1" lang="en" sz="1000" u="sng">
                <a:solidFill>
                  <a:srgbClr val="3F5378"/>
                </a:solidFill>
                <a:hlinkClick r:id="rId5"/>
              </a:rPr>
              <a:t>Creative Commons Attribution license</a:t>
            </a:r>
            <a:r>
              <a:rPr i="1" lang="en" sz="1000">
                <a:solidFill>
                  <a:srgbClr val="3F5378"/>
                </a:solidFill>
              </a:rPr>
              <a:t>. You can keep the Credits slide or mention SlidesCarnival and other resources used in a slide footer.</a:t>
            </a:r>
            <a:endParaRPr i="1" sz="1000">
              <a:solidFill>
                <a:srgbClr val="3F53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rgbClr val="3F53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3F5378"/>
              </a:solidFill>
            </a:endParaRPr>
          </a:p>
        </p:txBody>
      </p:sp>
      <p:sp>
        <p:nvSpPr>
          <p:cNvPr id="192" name="Google Shape;192;p1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12"/>
          <p:cNvSpPr txBox="1"/>
          <p:nvPr>
            <p:ph idx="1" type="body"/>
          </p:nvPr>
        </p:nvSpPr>
        <p:spPr>
          <a:xfrm>
            <a:off x="814275" y="1744425"/>
            <a:ext cx="3084300" cy="17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9800"/>
                </a:solidFill>
              </a:rPr>
              <a:t>EDIT IN GOOGLE SLIDES</a:t>
            </a:r>
            <a:endParaRPr sz="1200">
              <a:solidFill>
                <a:srgbClr val="FF98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Click on the button under the presentation preview that says "Use as Google Slides Theme".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You will get a copy of this document on your Google Drive and will be able to edit, add or delete slides.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You have to be signed in to your Google account.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rect b="b" l="l" r="r" t="t"/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rect b="b" l="l" r="r" t="t"/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/>
          <p:nvPr>
            <p:ph idx="4294967295" type="ctrTitle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5"/>
                </a:solidFill>
              </a:rPr>
              <a:t>HELLO!</a:t>
            </a:r>
            <a:endParaRPr sz="6000">
              <a:solidFill>
                <a:schemeClr val="accent5"/>
              </a:solidFill>
            </a:endParaRPr>
          </a:p>
        </p:txBody>
      </p:sp>
      <p:sp>
        <p:nvSpPr>
          <p:cNvPr id="214" name="Google Shape;214;p13"/>
          <p:cNvSpPr txBox="1"/>
          <p:nvPr>
            <p:ph idx="4294967295" type="subTitle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I am Jayden Smith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 am here because I love to give presentations.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You can find me at @username</a:t>
            </a:r>
            <a:endParaRPr b="1" sz="2000"/>
          </a:p>
        </p:txBody>
      </p:sp>
      <p:pic>
        <p:nvPicPr>
          <p:cNvPr descr="10.jpg" id="215" name="Google Shape;215;p13"/>
          <p:cNvPicPr preferRelativeResize="0"/>
          <p:nvPr/>
        </p:nvPicPr>
        <p:blipFill rotWithShape="1">
          <a:blip r:embed="rId3">
            <a:alphaModFix/>
          </a:blip>
          <a:srcRect b="0" l="15648" r="28102" t="0"/>
          <a:stretch/>
        </p:blipFill>
        <p:spPr>
          <a:xfrm>
            <a:off x="3539200" y="367400"/>
            <a:ext cx="2065500" cy="2065500"/>
          </a:xfrm>
          <a:prstGeom prst="diamond">
            <a:avLst/>
          </a:prstGeom>
          <a:noFill/>
          <a:ln cap="flat" cmpd="sng" w="38100">
            <a:solidFill>
              <a:srgbClr val="3F5378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16" name="Google Shape;216;p1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222" name="Google Shape;222;p14"/>
          <p:cNvSpPr txBox="1"/>
          <p:nvPr>
            <p:ph idx="1" type="subTitle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sp>
        <p:nvSpPr>
          <p:cNvPr id="223" name="Google Shape;223;p1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b="1" sz="3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 txBox="1"/>
          <p:nvPr>
            <p:ph idx="1" type="body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230" name="Google Shape;230;p15"/>
          <p:cNvSpPr txBox="1"/>
          <p:nvPr>
            <p:ph idx="4294967295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1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237" name="Google Shape;237;p16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Here you have a list of items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And some text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Your audience will listen to you or read the content, but </a:t>
            </a:r>
            <a:r>
              <a:rPr lang="en">
                <a:highlight>
                  <a:srgbClr val="C7D3E6"/>
                </a:highlight>
              </a:rPr>
              <a:t>won’t do both</a:t>
            </a:r>
            <a:r>
              <a:rPr lang="en"/>
              <a:t>. </a:t>
            </a:r>
            <a:endParaRPr/>
          </a:p>
        </p:txBody>
      </p:sp>
      <p:sp>
        <p:nvSpPr>
          <p:cNvPr id="238" name="Google Shape;238;p1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/>
          <p:nvPr>
            <p:ph idx="4294967295" type="ctrTitle"/>
          </p:nvPr>
        </p:nvSpPr>
        <p:spPr>
          <a:xfrm>
            <a:off x="685800" y="2269150"/>
            <a:ext cx="55677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5"/>
                </a:solidFill>
              </a:rPr>
              <a:t>BIG CONCEPT</a:t>
            </a:r>
            <a:endParaRPr sz="7200">
              <a:solidFill>
                <a:schemeClr val="accent5"/>
              </a:solidFill>
            </a:endParaRPr>
          </a:p>
        </p:txBody>
      </p:sp>
      <p:sp>
        <p:nvSpPr>
          <p:cNvPr id="249" name="Google Shape;249;p17"/>
          <p:cNvSpPr txBox="1"/>
          <p:nvPr>
            <p:ph idx="4294967295" type="subTitle"/>
          </p:nvPr>
        </p:nvSpPr>
        <p:spPr>
          <a:xfrm>
            <a:off x="685800" y="3411552"/>
            <a:ext cx="55677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1000"/>
              </a:spcAft>
              <a:buNone/>
            </a:pPr>
            <a:r>
              <a:rPr lang="en"/>
              <a:t>Bring the attention of your audience over a key concept using icons or illustrations</a:t>
            </a:r>
            <a:endParaRPr/>
          </a:p>
        </p:txBody>
      </p:sp>
      <p:grpSp>
        <p:nvGrpSpPr>
          <p:cNvPr id="250" name="Google Shape;250;p17"/>
          <p:cNvGrpSpPr/>
          <p:nvPr/>
        </p:nvGrpSpPr>
        <p:grpSpPr>
          <a:xfrm>
            <a:off x="6682481" y="378837"/>
            <a:ext cx="1588639" cy="1588655"/>
            <a:chOff x="6643075" y="3664250"/>
            <a:chExt cx="407950" cy="407975"/>
          </a:xfrm>
        </p:grpSpPr>
        <p:sp>
          <p:nvSpPr>
            <p:cNvPr id="251" name="Google Shape;251;p17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9050">
              <a:solidFill>
                <a:srgbClr val="C7D3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9050">
              <a:solidFill>
                <a:srgbClr val="C7D3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17"/>
          <p:cNvGrpSpPr/>
          <p:nvPr/>
        </p:nvGrpSpPr>
        <p:grpSpPr>
          <a:xfrm rot="-587363">
            <a:off x="6589251" y="2174497"/>
            <a:ext cx="653127" cy="653134"/>
            <a:chOff x="576250" y="4319400"/>
            <a:chExt cx="442075" cy="442050"/>
          </a:xfrm>
        </p:grpSpPr>
        <p:sp>
          <p:nvSpPr>
            <p:cNvPr id="254" name="Google Shape;254;p17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6302724" y="745608"/>
            <a:ext cx="248336" cy="237120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 rot="2697322">
            <a:off x="7939080" y="1959478"/>
            <a:ext cx="376961" cy="359936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8237292" y="1754006"/>
            <a:ext cx="150972" cy="144226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 rot="1280149">
            <a:off x="6130690" y="1460796"/>
            <a:ext cx="150975" cy="144204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idx="1" type="body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269" name="Google Shape;269;p18"/>
          <p:cNvSpPr txBox="1"/>
          <p:nvPr>
            <p:ph idx="2" type="body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270" name="Google Shape;270;p1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Google Shape;272;p18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284" name="Google Shape;284;p19"/>
          <p:cNvSpPr txBox="1"/>
          <p:nvPr>
            <p:ph idx="1" type="body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285" name="Google Shape;285;p19"/>
          <p:cNvSpPr txBox="1"/>
          <p:nvPr>
            <p:ph idx="2" type="body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286" name="Google Shape;286;p19"/>
          <p:cNvSpPr txBox="1"/>
          <p:nvPr>
            <p:ph idx="3" type="body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301" name="Google Shape;301;p20"/>
          <p:cNvSpPr txBox="1"/>
          <p:nvPr>
            <p:ph idx="1" type="body"/>
          </p:nvPr>
        </p:nvSpPr>
        <p:spPr>
          <a:xfrm>
            <a:off x="814275" y="1327350"/>
            <a:ext cx="3688500" cy="31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100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pic>
        <p:nvPicPr>
          <p:cNvPr descr="18.jpg" id="302" name="Google Shape;302;p20"/>
          <p:cNvPicPr preferRelativeResize="0"/>
          <p:nvPr/>
        </p:nvPicPr>
        <p:blipFill rotWithShape="1">
          <a:blip r:embed="rId3">
            <a:alphaModFix/>
          </a:blip>
          <a:srcRect b="0" l="1653" r="42096" t="0"/>
          <a:stretch/>
        </p:blipFill>
        <p:spPr>
          <a:xfrm>
            <a:off x="4675375" y="909350"/>
            <a:ext cx="4097700" cy="4097700"/>
          </a:xfrm>
          <a:prstGeom prst="diamond">
            <a:avLst/>
          </a:prstGeom>
          <a:noFill/>
          <a:ln>
            <a:noFill/>
          </a:ln>
        </p:spPr>
      </p:pic>
      <p:sp>
        <p:nvSpPr>
          <p:cNvPr id="303" name="Google Shape;303;p2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4" name="Google Shape;304;p20"/>
          <p:cNvGrpSpPr/>
          <p:nvPr/>
        </p:nvGrpSpPr>
        <p:grpSpPr>
          <a:xfrm>
            <a:off x="299071" y="635918"/>
            <a:ext cx="335800" cy="279517"/>
            <a:chOff x="1247825" y="322750"/>
            <a:chExt cx="443300" cy="369000"/>
          </a:xfrm>
        </p:grpSpPr>
        <p:sp>
          <p:nvSpPr>
            <p:cNvPr id="305" name="Google Shape;305;p20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/>
          <p:nvPr>
            <p:ph idx="4294967295" type="title"/>
          </p:nvPr>
        </p:nvSpPr>
        <p:spPr>
          <a:xfrm>
            <a:off x="2118750" y="1576950"/>
            <a:ext cx="4754100" cy="13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Want big impact?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BIG IMAGE</a:t>
            </a:r>
            <a:endParaRPr/>
          </a:p>
        </p:txBody>
      </p:sp>
      <p:sp>
        <p:nvSpPr>
          <p:cNvPr id="315" name="Google Shape;315;p2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321" name="Google Shape;321;p2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3378600" y="1888450"/>
            <a:ext cx="2386800" cy="2386800"/>
          </a:xfrm>
          <a:prstGeom prst="diamond">
            <a:avLst/>
          </a:prstGeom>
          <a:solidFill>
            <a:srgbClr val="C7D3E6"/>
          </a:solidFill>
          <a:ln cap="flat" cmpd="sng" w="38100">
            <a:solidFill>
              <a:srgbClr val="92A8C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Gray</a:t>
            </a:r>
            <a:endParaRPr>
              <a:solidFill>
                <a:srgbClr val="26324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601400" y="1888450"/>
            <a:ext cx="2386800" cy="2386800"/>
          </a:xfrm>
          <a:prstGeom prst="diamond">
            <a:avLst/>
          </a:prstGeom>
          <a:noFill/>
          <a:ln cap="flat" cmpd="sng" w="76200">
            <a:solidFill>
              <a:srgbClr val="FF98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</a:t>
            </a:r>
            <a:endParaRPr>
              <a:solidFill>
                <a:srgbClr val="D26F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5155800" y="1888450"/>
            <a:ext cx="2386800" cy="2386800"/>
          </a:xfrm>
          <a:prstGeom prst="diamond">
            <a:avLst/>
          </a:prstGeom>
          <a:noFill/>
          <a:ln cap="flat" cmpd="sng" w="76200">
            <a:solidFill>
              <a:srgbClr val="FF98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</a:t>
            </a:r>
            <a:endParaRPr>
              <a:solidFill>
                <a:srgbClr val="D26F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325" name="Google Shape;325;p22"/>
          <p:cNvGrpSpPr/>
          <p:nvPr/>
        </p:nvGrpSpPr>
        <p:grpSpPr>
          <a:xfrm>
            <a:off x="263101" y="580106"/>
            <a:ext cx="407743" cy="391135"/>
            <a:chOff x="5233525" y="4954450"/>
            <a:chExt cx="538275" cy="516350"/>
          </a:xfrm>
        </p:grpSpPr>
        <p:sp>
          <p:nvSpPr>
            <p:cNvPr id="326" name="Google Shape;326;p22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342" name="Google Shape;342;p23"/>
          <p:cNvGraphicFramePr/>
          <p:nvPr/>
        </p:nvGraphicFramePr>
        <p:xfrm>
          <a:off x="880100" y="1810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{1BC6CD16-5468-4B9F-9CFC-40E8ADF97A54}</a:tableStyleId>
              </a:tblPr>
              <a:tblGrid>
                <a:gridCol w="1355550"/>
                <a:gridCol w="1355550"/>
                <a:gridCol w="1355550"/>
                <a:gridCol w="1355550"/>
              </a:tblGrid>
              <a:tr h="685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Yellow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</a:t>
                      </a:r>
                      <a:endParaRPr b="1" sz="2400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20</a:t>
                      </a:r>
                      <a:endParaRPr b="1" sz="2400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7</a:t>
                      </a:r>
                      <a:endParaRPr b="1" sz="2400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Blue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30</a:t>
                      </a:r>
                      <a:endParaRPr b="1" sz="2400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15</a:t>
                      </a:r>
                      <a:endParaRPr b="1" sz="2400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</a:t>
                      </a:r>
                      <a:endParaRPr b="1" sz="2400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Orange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5</a:t>
                      </a:r>
                      <a:endParaRPr b="1" sz="2400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24</a:t>
                      </a:r>
                      <a:endParaRPr b="1" sz="2400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16</a:t>
                      </a:r>
                      <a:endParaRPr b="1" sz="2400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2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44" name="Google Shape;344;p23"/>
          <p:cNvGrpSpPr/>
          <p:nvPr/>
        </p:nvGrpSpPr>
        <p:grpSpPr>
          <a:xfrm>
            <a:off x="307844" y="634299"/>
            <a:ext cx="318264" cy="282756"/>
            <a:chOff x="5292575" y="3681900"/>
            <a:chExt cx="420150" cy="373275"/>
          </a:xfrm>
        </p:grpSpPr>
        <p:sp>
          <p:nvSpPr>
            <p:cNvPr id="345" name="Google Shape;345;p23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"/>
          <p:cNvSpPr/>
          <p:nvPr/>
        </p:nvSpPr>
        <p:spPr>
          <a:xfrm>
            <a:off x="514725" y="790184"/>
            <a:ext cx="8171736" cy="3892835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"/>
          <p:cNvSpPr txBox="1"/>
          <p:nvPr>
            <p:ph idx="4294967295" type="title"/>
          </p:nvPr>
        </p:nvSpPr>
        <p:spPr>
          <a:xfrm>
            <a:off x="1942800" y="877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378"/>
                </a:solidFill>
              </a:rPr>
              <a:t>MAPS</a:t>
            </a:r>
            <a:endParaRPr>
              <a:solidFill>
                <a:srgbClr val="3F5378"/>
              </a:solidFill>
            </a:endParaRPr>
          </a:p>
        </p:txBody>
      </p:sp>
      <p:sp>
        <p:nvSpPr>
          <p:cNvPr id="358" name="Google Shape;358;p2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9" name="Google Shape;359;p24"/>
          <p:cNvGrpSpPr/>
          <p:nvPr/>
        </p:nvGrpSpPr>
        <p:grpSpPr>
          <a:xfrm rot="10800000">
            <a:off x="1712742" y="1488722"/>
            <a:ext cx="1134224" cy="322897"/>
            <a:chOff x="2689942" y="1287960"/>
            <a:chExt cx="7261354" cy="2067200"/>
          </a:xfrm>
        </p:grpSpPr>
        <p:sp>
          <p:nvSpPr>
            <p:cNvPr id="360" name="Google Shape;360;p24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1" name="Google Shape;361;p24"/>
            <p:cNvSpPr/>
            <p:nvPr/>
          </p:nvSpPr>
          <p:spPr>
            <a:xfrm flipH="1" rot="10800000">
              <a:off x="3905360" y="1697078"/>
              <a:ext cx="4801200" cy="124380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OUR OFFICE</a:t>
              </a:r>
              <a:endParaRPr b="1" sz="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2" name="Google Shape;362;p24"/>
            <p:cNvSpPr/>
            <p:nvPr/>
          </p:nvSpPr>
          <p:spPr>
            <a:xfrm flipH="1" rot="10800000">
              <a:off x="8707496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3" name="Google Shape;363;p24"/>
            <p:cNvSpPr/>
            <p:nvPr/>
          </p:nvSpPr>
          <p:spPr>
            <a:xfrm flipH="1">
              <a:off x="2689942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4" name="Google Shape;364;p24"/>
            <p:cNvSpPr/>
            <p:nvPr/>
          </p:nvSpPr>
          <p:spPr>
            <a:xfrm rot="10800000">
              <a:off x="2689947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365" name="Google Shape;365;p24"/>
          <p:cNvSpPr/>
          <p:nvPr/>
        </p:nvSpPr>
        <p:spPr>
          <a:xfrm>
            <a:off x="1209130" y="2115973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2992605" y="3370448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3907005" y="1841398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6786205" y="2377948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4621130" y="3997673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7412180" y="4036723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24"/>
          <p:cNvCxnSpPr>
            <a:stCxn id="361" idx="2"/>
          </p:cNvCxnSpPr>
          <p:nvPr/>
        </p:nvCxnSpPr>
        <p:spPr>
          <a:xfrm>
            <a:off x="2282144" y="1747714"/>
            <a:ext cx="0" cy="167400"/>
          </a:xfrm>
          <a:prstGeom prst="straightConnector1">
            <a:avLst/>
          </a:prstGeom>
          <a:noFill/>
          <a:ln cap="flat" cmpd="sng" w="19050">
            <a:solidFill>
              <a:srgbClr val="FF9800"/>
            </a:solidFill>
            <a:prstDash val="solid"/>
            <a:round/>
            <a:headEnd len="sm" w="sm" type="none"/>
            <a:tailEnd len="sm" w="sm" type="diamon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25"/>
          <p:cNvGrpSpPr/>
          <p:nvPr/>
        </p:nvGrpSpPr>
        <p:grpSpPr>
          <a:xfrm>
            <a:off x="552885" y="1385750"/>
            <a:ext cx="8044527" cy="2067200"/>
            <a:chOff x="185742" y="1287960"/>
            <a:chExt cx="8044527" cy="2067200"/>
          </a:xfrm>
        </p:grpSpPr>
        <p:sp>
          <p:nvSpPr>
            <p:cNvPr id="377" name="Google Shape;377;p25"/>
            <p:cNvSpPr/>
            <p:nvPr/>
          </p:nvSpPr>
          <p:spPr>
            <a:xfrm>
              <a:off x="6978450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78" name="Google Shape;378;p25"/>
            <p:cNvSpPr/>
            <p:nvPr/>
          </p:nvSpPr>
          <p:spPr>
            <a:xfrm flipH="1" rot="10800000">
              <a:off x="1423250" y="1697050"/>
              <a:ext cx="5566500" cy="1243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79" name="Google Shape;379;p25"/>
            <p:cNvSpPr/>
            <p:nvPr/>
          </p:nvSpPr>
          <p:spPr>
            <a:xfrm flipH="1" rot="10800000">
              <a:off x="6986470" y="1697043"/>
              <a:ext cx="1243800" cy="124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80" name="Google Shape;380;p25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81" name="Google Shape;381;p25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382" name="Google Shape;382;p25"/>
          <p:cNvSpPr txBox="1"/>
          <p:nvPr>
            <p:ph idx="4294967295" type="ctrTitle"/>
          </p:nvPr>
        </p:nvSpPr>
        <p:spPr>
          <a:xfrm>
            <a:off x="558475" y="1808800"/>
            <a:ext cx="8039100" cy="12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F5378"/>
                </a:solidFill>
              </a:rPr>
              <a:t>89,526,124</a:t>
            </a:r>
            <a:endParaRPr sz="7200">
              <a:solidFill>
                <a:srgbClr val="3F5378"/>
              </a:solidFill>
            </a:endParaRPr>
          </a:p>
        </p:txBody>
      </p:sp>
      <p:sp>
        <p:nvSpPr>
          <p:cNvPr id="383" name="Google Shape;383;p25"/>
          <p:cNvSpPr txBox="1"/>
          <p:nvPr>
            <p:ph idx="4294967295" type="subTitle"/>
          </p:nvPr>
        </p:nvSpPr>
        <p:spPr>
          <a:xfrm>
            <a:off x="1555500" y="3034300"/>
            <a:ext cx="6050700" cy="4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FF9800"/>
                </a:solidFill>
              </a:rPr>
              <a:t>Whoa! That’s a big number, aren’t you proud?</a:t>
            </a:r>
            <a:endParaRPr>
              <a:solidFill>
                <a:srgbClr val="FF9800"/>
              </a:solidFill>
            </a:endParaRPr>
          </a:p>
        </p:txBody>
      </p:sp>
      <p:sp>
        <p:nvSpPr>
          <p:cNvPr id="384" name="Google Shape;384;p2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26"/>
          <p:cNvGrpSpPr/>
          <p:nvPr/>
        </p:nvGrpSpPr>
        <p:grpSpPr>
          <a:xfrm>
            <a:off x="2053393" y="2059371"/>
            <a:ext cx="5043757" cy="907708"/>
            <a:chOff x="-1535283" y="1287960"/>
            <a:chExt cx="11486579" cy="2067200"/>
          </a:xfrm>
        </p:grpSpPr>
        <p:sp>
          <p:nvSpPr>
            <p:cNvPr id="390" name="Google Shape;390;p26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1" name="Google Shape;391;p26"/>
            <p:cNvSpPr/>
            <p:nvPr/>
          </p:nvSpPr>
          <p:spPr>
            <a:xfrm flipH="1" rot="10800000">
              <a:off x="-308909" y="1697039"/>
              <a:ext cx="9030600" cy="124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2" name="Google Shape;392;p26"/>
            <p:cNvSpPr/>
            <p:nvPr/>
          </p:nvSpPr>
          <p:spPr>
            <a:xfrm flipH="1" rot="10800000">
              <a:off x="8707496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3" name="Google Shape;393;p26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4" name="Google Shape;394;p26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95" name="Google Shape;395;p26"/>
          <p:cNvGrpSpPr/>
          <p:nvPr/>
        </p:nvGrpSpPr>
        <p:grpSpPr>
          <a:xfrm>
            <a:off x="2053393" y="3507171"/>
            <a:ext cx="5043757" cy="907708"/>
            <a:chOff x="-1535283" y="1287960"/>
            <a:chExt cx="11486579" cy="2067200"/>
          </a:xfrm>
        </p:grpSpPr>
        <p:sp>
          <p:nvSpPr>
            <p:cNvPr id="396" name="Google Shape;396;p26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7" name="Google Shape;397;p26"/>
            <p:cNvSpPr/>
            <p:nvPr/>
          </p:nvSpPr>
          <p:spPr>
            <a:xfrm flipH="1" rot="10800000">
              <a:off x="-308909" y="1697039"/>
              <a:ext cx="9030600" cy="124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8" name="Google Shape;398;p26"/>
            <p:cNvSpPr/>
            <p:nvPr/>
          </p:nvSpPr>
          <p:spPr>
            <a:xfrm flipH="1" rot="10800000">
              <a:off x="8707496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9" name="Google Shape;399;p26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0" name="Google Shape;400;p26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01" name="Google Shape;401;p26"/>
          <p:cNvGrpSpPr/>
          <p:nvPr/>
        </p:nvGrpSpPr>
        <p:grpSpPr>
          <a:xfrm>
            <a:off x="2053393" y="611571"/>
            <a:ext cx="5043757" cy="907708"/>
            <a:chOff x="-1535283" y="1287960"/>
            <a:chExt cx="11486579" cy="2067200"/>
          </a:xfrm>
        </p:grpSpPr>
        <p:sp>
          <p:nvSpPr>
            <p:cNvPr id="402" name="Google Shape;402;p26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3" name="Google Shape;403;p26"/>
            <p:cNvSpPr/>
            <p:nvPr/>
          </p:nvSpPr>
          <p:spPr>
            <a:xfrm flipH="1" rot="10800000">
              <a:off x="-308909" y="1697039"/>
              <a:ext cx="9030600" cy="124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4" name="Google Shape;404;p26"/>
            <p:cNvSpPr/>
            <p:nvPr/>
          </p:nvSpPr>
          <p:spPr>
            <a:xfrm flipH="1" rot="10800000">
              <a:off x="8707496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5" name="Google Shape;405;p26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6" name="Google Shape;406;p26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407" name="Google Shape;407;p26"/>
          <p:cNvSpPr txBox="1"/>
          <p:nvPr>
            <p:ph idx="4294967295" type="ctrTitle"/>
          </p:nvPr>
        </p:nvSpPr>
        <p:spPr>
          <a:xfrm>
            <a:off x="2613475" y="800400"/>
            <a:ext cx="3917100" cy="53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89,526,124$</a:t>
            </a:r>
            <a:endParaRPr sz="3000"/>
          </a:p>
        </p:txBody>
      </p:sp>
      <p:sp>
        <p:nvSpPr>
          <p:cNvPr id="408" name="Google Shape;408;p26"/>
          <p:cNvSpPr txBox="1"/>
          <p:nvPr>
            <p:ph idx="4294967295" type="subTitle"/>
          </p:nvPr>
        </p:nvSpPr>
        <p:spPr>
          <a:xfrm>
            <a:off x="2613475" y="1335108"/>
            <a:ext cx="3917100" cy="4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3F5378"/>
                </a:solidFill>
              </a:rPr>
              <a:t>That’s a lot of money</a:t>
            </a:r>
            <a:endParaRPr sz="1800">
              <a:solidFill>
                <a:srgbClr val="3F5378"/>
              </a:solidFill>
            </a:endParaRPr>
          </a:p>
        </p:txBody>
      </p:sp>
      <p:sp>
        <p:nvSpPr>
          <p:cNvPr id="409" name="Google Shape;409;p26"/>
          <p:cNvSpPr txBox="1"/>
          <p:nvPr>
            <p:ph idx="4294967295" type="ctrTitle"/>
          </p:nvPr>
        </p:nvSpPr>
        <p:spPr>
          <a:xfrm>
            <a:off x="2613475" y="3693600"/>
            <a:ext cx="3917100" cy="53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100%</a:t>
            </a:r>
            <a:endParaRPr sz="3000"/>
          </a:p>
        </p:txBody>
      </p:sp>
      <p:sp>
        <p:nvSpPr>
          <p:cNvPr id="410" name="Google Shape;410;p26"/>
          <p:cNvSpPr txBox="1"/>
          <p:nvPr>
            <p:ph idx="4294967295" type="subTitle"/>
          </p:nvPr>
        </p:nvSpPr>
        <p:spPr>
          <a:xfrm>
            <a:off x="2613475" y="4243600"/>
            <a:ext cx="39171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3F5378"/>
                </a:solidFill>
              </a:rPr>
              <a:t>Total success!</a:t>
            </a:r>
            <a:endParaRPr sz="1800">
              <a:solidFill>
                <a:srgbClr val="3F5378"/>
              </a:solidFill>
            </a:endParaRPr>
          </a:p>
        </p:txBody>
      </p:sp>
      <p:sp>
        <p:nvSpPr>
          <p:cNvPr id="411" name="Google Shape;411;p26"/>
          <p:cNvSpPr txBox="1"/>
          <p:nvPr>
            <p:ph idx="4294967295" type="ctrTitle"/>
          </p:nvPr>
        </p:nvSpPr>
        <p:spPr>
          <a:xfrm>
            <a:off x="2613475" y="2242059"/>
            <a:ext cx="3917100" cy="53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185,244 users</a:t>
            </a:r>
            <a:endParaRPr sz="3000"/>
          </a:p>
        </p:txBody>
      </p:sp>
      <p:sp>
        <p:nvSpPr>
          <p:cNvPr id="412" name="Google Shape;412;p26"/>
          <p:cNvSpPr txBox="1"/>
          <p:nvPr>
            <p:ph idx="4294967295" type="subTitle"/>
          </p:nvPr>
        </p:nvSpPr>
        <p:spPr>
          <a:xfrm>
            <a:off x="2613475" y="2776651"/>
            <a:ext cx="39171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3F5378"/>
                </a:solidFill>
              </a:rPr>
              <a:t>And a lot of users</a:t>
            </a:r>
            <a:endParaRPr sz="1800">
              <a:solidFill>
                <a:srgbClr val="3F5378"/>
              </a:solidFill>
            </a:endParaRPr>
          </a:p>
        </p:txBody>
      </p:sp>
      <p:sp>
        <p:nvSpPr>
          <p:cNvPr id="413" name="Google Shape;413;p2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419" name="Google Shape;419;p2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20" name="Google Shape;420;p27"/>
          <p:cNvGrpSpPr/>
          <p:nvPr/>
        </p:nvGrpSpPr>
        <p:grpSpPr>
          <a:xfrm rot="10800000">
            <a:off x="836024" y="2296511"/>
            <a:ext cx="2694428" cy="864880"/>
            <a:chOff x="185742" y="1697030"/>
            <a:chExt cx="5165698" cy="1658130"/>
          </a:xfrm>
        </p:grpSpPr>
        <p:sp>
          <p:nvSpPr>
            <p:cNvPr id="421" name="Google Shape;421;p27"/>
            <p:cNvSpPr/>
            <p:nvPr/>
          </p:nvSpPr>
          <p:spPr>
            <a:xfrm flipH="1" rot="10800000">
              <a:off x="1426312" y="1697030"/>
              <a:ext cx="2693400" cy="12438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6324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first</a:t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 flipH="1" rot="10800000">
              <a:off x="4107640" y="1697043"/>
              <a:ext cx="1243800" cy="12438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3" name="Google Shape;423;p27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4" name="Google Shape;424;p27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92A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425" name="Google Shape;425;p27"/>
          <p:cNvGrpSpPr/>
          <p:nvPr/>
        </p:nvGrpSpPr>
        <p:grpSpPr>
          <a:xfrm rot="10800000">
            <a:off x="3062853" y="2296511"/>
            <a:ext cx="2694428" cy="864880"/>
            <a:chOff x="185742" y="1697030"/>
            <a:chExt cx="5165698" cy="1658130"/>
          </a:xfrm>
        </p:grpSpPr>
        <p:sp>
          <p:nvSpPr>
            <p:cNvPr id="426" name="Google Shape;426;p27"/>
            <p:cNvSpPr/>
            <p:nvPr/>
          </p:nvSpPr>
          <p:spPr>
            <a:xfrm flipH="1" rot="10800000">
              <a:off x="1426312" y="1697030"/>
              <a:ext cx="2693400" cy="1243800"/>
            </a:xfrm>
            <a:prstGeom prst="rect">
              <a:avLst/>
            </a:prstGeom>
            <a:solidFill>
              <a:srgbClr val="92A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6324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second</a:t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7" name="Google Shape;427;p27"/>
            <p:cNvSpPr/>
            <p:nvPr/>
          </p:nvSpPr>
          <p:spPr>
            <a:xfrm flipH="1" rot="10800000">
              <a:off x="4107640" y="1697043"/>
              <a:ext cx="1243800" cy="1243800"/>
            </a:xfrm>
            <a:prstGeom prst="rtTriangle">
              <a:avLst/>
            </a:prstGeom>
            <a:solidFill>
              <a:srgbClr val="92A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8" name="Google Shape;428;p27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rgbClr val="92A8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430" name="Google Shape;430;p27"/>
          <p:cNvGrpSpPr/>
          <p:nvPr/>
        </p:nvGrpSpPr>
        <p:grpSpPr>
          <a:xfrm rot="10800000">
            <a:off x="5287746" y="2296511"/>
            <a:ext cx="2694428" cy="864880"/>
            <a:chOff x="185742" y="1697030"/>
            <a:chExt cx="5165698" cy="1658130"/>
          </a:xfrm>
        </p:grpSpPr>
        <p:sp>
          <p:nvSpPr>
            <p:cNvPr id="431" name="Google Shape;431;p27"/>
            <p:cNvSpPr/>
            <p:nvPr/>
          </p:nvSpPr>
          <p:spPr>
            <a:xfrm flipH="1" rot="10800000">
              <a:off x="1426312" y="1697030"/>
              <a:ext cx="2693400" cy="12438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last</a:t>
              </a: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 flipH="1" rot="10800000">
              <a:off x="4107640" y="1697043"/>
              <a:ext cx="1243800" cy="12438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33" name="Google Shape;433;p27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435" name="Google Shape;435;p27"/>
          <p:cNvGrpSpPr/>
          <p:nvPr/>
        </p:nvGrpSpPr>
        <p:grpSpPr>
          <a:xfrm>
            <a:off x="270943" y="629920"/>
            <a:ext cx="392063" cy="291505"/>
            <a:chOff x="5247525" y="3007275"/>
            <a:chExt cx="517575" cy="384825"/>
          </a:xfrm>
        </p:grpSpPr>
        <p:sp>
          <p:nvSpPr>
            <p:cNvPr id="436" name="Google Shape;436;p27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443" name="Google Shape;443;p28"/>
          <p:cNvSpPr txBox="1"/>
          <p:nvPr>
            <p:ph idx="1" type="body"/>
          </p:nvPr>
        </p:nvSpPr>
        <p:spPr>
          <a:xfrm>
            <a:off x="870450" y="1468875"/>
            <a:ext cx="22479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444" name="Google Shape;444;p28"/>
          <p:cNvSpPr txBox="1"/>
          <p:nvPr>
            <p:ph idx="2" type="body"/>
          </p:nvPr>
        </p:nvSpPr>
        <p:spPr>
          <a:xfrm>
            <a:off x="3233637" y="1468875"/>
            <a:ext cx="22479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445" name="Google Shape;445;p28"/>
          <p:cNvSpPr txBox="1"/>
          <p:nvPr>
            <p:ph idx="3" type="body"/>
          </p:nvPr>
        </p:nvSpPr>
        <p:spPr>
          <a:xfrm>
            <a:off x="5540650" y="1468875"/>
            <a:ext cx="22479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6" name="Google Shape;446;p2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7" name="Google Shape;447;p28"/>
          <p:cNvSpPr txBox="1"/>
          <p:nvPr>
            <p:ph idx="1" type="body"/>
          </p:nvPr>
        </p:nvSpPr>
        <p:spPr>
          <a:xfrm>
            <a:off x="870450" y="2992875"/>
            <a:ext cx="22479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448" name="Google Shape;448;p28"/>
          <p:cNvSpPr txBox="1"/>
          <p:nvPr>
            <p:ph idx="2" type="body"/>
          </p:nvPr>
        </p:nvSpPr>
        <p:spPr>
          <a:xfrm>
            <a:off x="3233637" y="2992875"/>
            <a:ext cx="22479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449" name="Google Shape;449;p28"/>
          <p:cNvSpPr txBox="1"/>
          <p:nvPr>
            <p:ph idx="3" type="body"/>
          </p:nvPr>
        </p:nvSpPr>
        <p:spPr>
          <a:xfrm>
            <a:off x="5540650" y="2992875"/>
            <a:ext cx="22479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450" name="Google Shape;450;p28"/>
          <p:cNvGrpSpPr/>
          <p:nvPr/>
        </p:nvGrpSpPr>
        <p:grpSpPr>
          <a:xfrm>
            <a:off x="305070" y="605926"/>
            <a:ext cx="323793" cy="339493"/>
            <a:chOff x="5961125" y="1623900"/>
            <a:chExt cx="427450" cy="448175"/>
          </a:xfrm>
        </p:grpSpPr>
        <p:sp>
          <p:nvSpPr>
            <p:cNvPr id="451" name="Google Shape;451;p28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8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8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9"/>
          <p:cNvSpPr txBox="1"/>
          <p:nvPr>
            <p:ph idx="1" type="body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insert graphs from </a:t>
            </a:r>
            <a:r>
              <a:rPr lang="en" u="sng">
                <a:hlinkClick r:id="rId3"/>
              </a:rPr>
              <a:t>Google Sheets</a:t>
            </a:r>
            <a:endParaRPr/>
          </a:p>
        </p:txBody>
      </p:sp>
      <p:sp>
        <p:nvSpPr>
          <p:cNvPr id="463" name="Google Shape;463;p2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4" name="Google Shape;464;p2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00" y="801050"/>
            <a:ext cx="8428201" cy="3619799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9"/>
          <p:cNvSpPr txBox="1"/>
          <p:nvPr>
            <p:ph idx="4294967295" type="title"/>
          </p:nvPr>
        </p:nvSpPr>
        <p:spPr>
          <a:xfrm>
            <a:off x="1942800" y="877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378"/>
                </a:solidFill>
              </a:rPr>
              <a:t>GRAPH TITLE</a:t>
            </a:r>
            <a:endParaRPr>
              <a:solidFill>
                <a:srgbClr val="3F5378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0"/>
          <p:cNvSpPr/>
          <p:nvPr/>
        </p:nvSpPr>
        <p:spPr>
          <a:xfrm>
            <a:off x="4461010" y="489800"/>
            <a:ext cx="2075120" cy="4163909"/>
          </a:xfrm>
          <a:custGeom>
            <a:rect b="b" l="l" r="r" t="t"/>
            <a:pathLst>
              <a:path extrusionOk="0" h="61841" w="30819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1" name="Google Shape;471;p30"/>
          <p:cNvSpPr txBox="1"/>
          <p:nvPr>
            <p:ph idx="4294967295" type="body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800"/>
                </a:solidFill>
              </a:rPr>
              <a:t>ANDROID PROJECT</a:t>
            </a:r>
            <a:endParaRPr b="1">
              <a:solidFill>
                <a:srgbClr val="FF98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Show and explain your web, app or software projects using these gadget templates.</a:t>
            </a:r>
            <a:endParaRPr sz="2000"/>
          </a:p>
        </p:txBody>
      </p:sp>
      <p:sp>
        <p:nvSpPr>
          <p:cNvPr id="472" name="Google Shape;472;p30"/>
          <p:cNvSpPr/>
          <p:nvPr/>
        </p:nvSpPr>
        <p:spPr>
          <a:xfrm>
            <a:off x="4554325" y="839000"/>
            <a:ext cx="1888500" cy="3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3" name="Google Shape;473;p3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1"/>
          <p:cNvSpPr/>
          <p:nvPr/>
        </p:nvSpPr>
        <p:spPr>
          <a:xfrm>
            <a:off x="4314821" y="623036"/>
            <a:ext cx="1863608" cy="3921828"/>
          </a:xfrm>
          <a:custGeom>
            <a:rect b="b" l="l" r="r" t="t"/>
            <a:pathLst>
              <a:path extrusionOk="0" h="54713" w="25999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9" name="Google Shape;479;p31"/>
          <p:cNvSpPr/>
          <p:nvPr/>
        </p:nvSpPr>
        <p:spPr>
          <a:xfrm>
            <a:off x="4446550" y="1188850"/>
            <a:ext cx="1589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80" name="Google Shape;480;p3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31"/>
          <p:cNvSpPr txBox="1"/>
          <p:nvPr>
            <p:ph idx="4294967295" type="body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800"/>
                </a:solidFill>
              </a:rPr>
              <a:t>iPHONE</a:t>
            </a:r>
            <a:r>
              <a:rPr b="1" lang="en">
                <a:solidFill>
                  <a:srgbClr val="FF9800"/>
                </a:solidFill>
              </a:rPr>
              <a:t> PROJECT</a:t>
            </a:r>
            <a:endParaRPr b="1">
              <a:solidFill>
                <a:srgbClr val="FF98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Show and explain your web, app or software projects using these gadget templates.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2"/>
          <p:cNvSpPr/>
          <p:nvPr/>
        </p:nvSpPr>
        <p:spPr>
          <a:xfrm>
            <a:off x="4101902" y="535613"/>
            <a:ext cx="2879504" cy="4072345"/>
          </a:xfrm>
          <a:custGeom>
            <a:rect b="b" l="l" r="r" t="t"/>
            <a:pathLst>
              <a:path extrusionOk="0" h="86210" w="60958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4300600" y="910325"/>
            <a:ext cx="2493300" cy="3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88" name="Google Shape;488;p3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32"/>
          <p:cNvSpPr txBox="1"/>
          <p:nvPr>
            <p:ph idx="4294967295" type="body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800"/>
                </a:solidFill>
              </a:rPr>
              <a:t>TABLET</a:t>
            </a:r>
            <a:r>
              <a:rPr b="1" lang="en">
                <a:solidFill>
                  <a:srgbClr val="FF9800"/>
                </a:solidFill>
              </a:rPr>
              <a:t> PROJECT</a:t>
            </a:r>
            <a:endParaRPr b="1">
              <a:solidFill>
                <a:srgbClr val="FF98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Show and explain your web, app or software projects using these gadget templates.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3"/>
          <p:cNvSpPr/>
          <p:nvPr/>
        </p:nvSpPr>
        <p:spPr>
          <a:xfrm>
            <a:off x="3860350" y="860949"/>
            <a:ext cx="4269672" cy="3323988"/>
          </a:xfrm>
          <a:custGeom>
            <a:rect b="b" l="l" r="r" t="t"/>
            <a:pathLst>
              <a:path extrusionOk="0" h="111665" w="143434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95" name="Google Shape;495;p33"/>
          <p:cNvSpPr/>
          <p:nvPr/>
        </p:nvSpPr>
        <p:spPr>
          <a:xfrm>
            <a:off x="4039025" y="1037471"/>
            <a:ext cx="3912300" cy="24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96" name="Google Shape;496;p3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33"/>
          <p:cNvSpPr txBox="1"/>
          <p:nvPr>
            <p:ph idx="4294967295" type="body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9800"/>
                </a:solidFill>
              </a:rPr>
              <a:t>DESKTOP</a:t>
            </a:r>
            <a:r>
              <a:rPr b="1" lang="en">
                <a:solidFill>
                  <a:srgbClr val="FF9800"/>
                </a:solidFill>
              </a:rPr>
              <a:t> PROJECT</a:t>
            </a:r>
            <a:endParaRPr b="1">
              <a:solidFill>
                <a:srgbClr val="FF98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Show and explain your web, app or software projects using these gadget templates.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34"/>
          <p:cNvSpPr txBox="1"/>
          <p:nvPr>
            <p:ph idx="4294967295" type="ctrTitle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5"/>
                </a:solidFill>
              </a:rPr>
              <a:t>THANKS</a:t>
            </a:r>
            <a:r>
              <a:rPr lang="en" sz="6000">
                <a:solidFill>
                  <a:schemeClr val="accent5"/>
                </a:solidFill>
              </a:rPr>
              <a:t>!</a:t>
            </a:r>
            <a:endParaRPr sz="6000">
              <a:solidFill>
                <a:schemeClr val="accent5"/>
              </a:solidFill>
            </a:endParaRPr>
          </a:p>
        </p:txBody>
      </p:sp>
      <p:sp>
        <p:nvSpPr>
          <p:cNvPr id="504" name="Google Shape;504;p34"/>
          <p:cNvSpPr txBox="1"/>
          <p:nvPr>
            <p:ph idx="4294967295" type="subTitle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Any questions?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You can find me at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@username &amp; user@mail.me</a:t>
            </a:r>
            <a:endParaRPr b="1" sz="2000"/>
          </a:p>
        </p:txBody>
      </p:sp>
      <p:grpSp>
        <p:nvGrpSpPr>
          <p:cNvPr id="505" name="Google Shape;505;p34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506" name="Google Shape;506;p34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5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513" name="Google Shape;513;p35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 sz="2400"/>
              <a:t>Presentation template by </a:t>
            </a:r>
            <a:r>
              <a:rPr lang="en" sz="2400" u="sng">
                <a:solidFill>
                  <a:srgbClr val="3F5378"/>
                </a:solidFill>
                <a:hlinkClick r:id="rId3"/>
              </a:rPr>
              <a:t>SlidesCarnival</a:t>
            </a:r>
            <a:endParaRPr sz="2400">
              <a:solidFill>
                <a:srgbClr val="3F5378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sz="2400"/>
              <a:t>Photographs by </a:t>
            </a:r>
            <a:r>
              <a:rPr lang="en" u="sng">
                <a:solidFill>
                  <a:srgbClr val="3F5378"/>
                </a:solidFill>
                <a:hlinkClick r:id="rId4"/>
              </a:rPr>
              <a:t>Startup Stock Photos</a:t>
            </a:r>
            <a:endParaRPr sz="2400">
              <a:solidFill>
                <a:srgbClr val="3F5378"/>
              </a:solidFill>
            </a:endParaRPr>
          </a:p>
        </p:txBody>
      </p:sp>
      <p:sp>
        <p:nvSpPr>
          <p:cNvPr id="514" name="Google Shape;514;p3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5" name="Google Shape;515;p35"/>
          <p:cNvSpPr/>
          <p:nvPr/>
        </p:nvSpPr>
        <p:spPr>
          <a:xfrm>
            <a:off x="309226" y="634068"/>
            <a:ext cx="315499" cy="283210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6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521" name="Google Shape;521;p36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This presentation uses the following typographies and colors: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▰"/>
            </a:pPr>
            <a:r>
              <a:rPr lang="en" sz="1800"/>
              <a:t>Titles: Roboto Condensed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▰"/>
            </a:pPr>
            <a:r>
              <a:rPr lang="en" sz="1800"/>
              <a:t>Body copy: Roboto Condensed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can download the fonts on this page: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3F5378"/>
                </a:solidFill>
                <a:hlinkClick r:id="rId3"/>
              </a:rPr>
              <a:t>https://material.io/guidelines/resources/roboto-noto-fonts.html</a:t>
            </a:r>
            <a:endParaRPr sz="1800">
              <a:solidFill>
                <a:srgbClr val="3F537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Navy </a:t>
            </a:r>
            <a:r>
              <a:rPr b="1" lang="en" sz="1800">
                <a:solidFill>
                  <a:srgbClr val="3F5378"/>
                </a:solidFill>
              </a:rPr>
              <a:t>#3f5378 </a:t>
            </a:r>
            <a:r>
              <a:rPr lang="en" sz="1800"/>
              <a:t>· Dark navy </a:t>
            </a:r>
            <a:r>
              <a:rPr b="1" lang="en" sz="1800"/>
              <a:t>#263248</a:t>
            </a:r>
            <a:r>
              <a:rPr b="1" lang="en" sz="1800">
                <a:solidFill>
                  <a:srgbClr val="3F5378"/>
                </a:solidFill>
              </a:rPr>
              <a:t> </a:t>
            </a:r>
            <a:r>
              <a:rPr lang="en" sz="1800"/>
              <a:t>· Yellow </a:t>
            </a:r>
            <a:r>
              <a:rPr b="1" lang="en" sz="1800">
                <a:solidFill>
                  <a:srgbClr val="FF9800"/>
                </a:solidFill>
              </a:rPr>
              <a:t>#ff9800</a:t>
            </a:r>
            <a:endParaRPr b="1" sz="1800">
              <a:solidFill>
                <a:srgbClr val="FF9800"/>
              </a:solidFill>
            </a:endParaRPr>
          </a:p>
        </p:txBody>
      </p:sp>
      <p:sp>
        <p:nvSpPr>
          <p:cNvPr id="522" name="Google Shape;522;p36"/>
          <p:cNvSpPr txBox="1"/>
          <p:nvPr/>
        </p:nvSpPr>
        <p:spPr>
          <a:xfrm>
            <a:off x="814275" y="4171650"/>
            <a:ext cx="6132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i="1" sz="1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3" name="Google Shape;523;p3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24" name="Google Shape;524;p36"/>
          <p:cNvGrpSpPr/>
          <p:nvPr/>
        </p:nvGrpSpPr>
        <p:grpSpPr>
          <a:xfrm>
            <a:off x="283552" y="610550"/>
            <a:ext cx="330270" cy="330251"/>
            <a:chOff x="1923675" y="1633650"/>
            <a:chExt cx="436000" cy="435975"/>
          </a:xfrm>
        </p:grpSpPr>
        <p:sp>
          <p:nvSpPr>
            <p:cNvPr id="525" name="Google Shape;525;p36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7"/>
          <p:cNvSpPr txBox="1"/>
          <p:nvPr/>
        </p:nvSpPr>
        <p:spPr>
          <a:xfrm>
            <a:off x="5972125" y="919300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SlidesCarnival icons are editable shapes</a:t>
            </a: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means that you can: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3F5378"/>
              </a:buClr>
              <a:buSzPts val="900"/>
              <a:buFont typeface="Roboto Condensed"/>
              <a:buChar char="●"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Resize them without losing quality.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3F5378"/>
              </a:buClr>
              <a:buSzPts val="900"/>
              <a:buFont typeface="Roboto Condensed"/>
              <a:buChar char="●"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line color, width and style.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Isn’t that nice? :)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Examples: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536" name="Google Shape;536;p37"/>
          <p:cNvGrpSpPr/>
          <p:nvPr/>
        </p:nvGrpSpPr>
        <p:grpSpPr>
          <a:xfrm>
            <a:off x="583358" y="919304"/>
            <a:ext cx="309041" cy="403123"/>
            <a:chOff x="590250" y="244200"/>
            <a:chExt cx="407975" cy="532175"/>
          </a:xfrm>
        </p:grpSpPr>
        <p:sp>
          <p:nvSpPr>
            <p:cNvPr id="537" name="Google Shape;537;p37"/>
            <p:cNvSpPr/>
            <p:nvPr/>
          </p:nvSpPr>
          <p:spPr>
            <a:xfrm>
              <a:off x="623125" y="313625"/>
              <a:ext cx="375100" cy="462750"/>
            </a:xfrm>
            <a:custGeom>
              <a:rect b="b" l="l" r="r" t="t"/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7"/>
            <p:cNvSpPr/>
            <p:nvPr/>
          </p:nvSpPr>
          <p:spPr>
            <a:xfrm>
              <a:off x="590250" y="2697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7"/>
            <p:cNvSpPr/>
            <p:nvPr/>
          </p:nvSpPr>
          <p:spPr>
            <a:xfrm>
              <a:off x="796650" y="274025"/>
              <a:ext cx="45100" cy="45100"/>
            </a:xfrm>
            <a:custGeom>
              <a:rect b="b" l="l" r="r" t="t"/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7"/>
            <p:cNvSpPr/>
            <p:nvPr/>
          </p:nvSpPr>
          <p:spPr>
            <a:xfrm>
              <a:off x="7138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7"/>
            <p:cNvSpPr/>
            <p:nvPr/>
          </p:nvSpPr>
          <p:spPr>
            <a:xfrm>
              <a:off x="6310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7"/>
            <p:cNvSpPr/>
            <p:nvPr/>
          </p:nvSpPr>
          <p:spPr>
            <a:xfrm>
              <a:off x="649925" y="5900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7"/>
            <p:cNvSpPr/>
            <p:nvPr/>
          </p:nvSpPr>
          <p:spPr>
            <a:xfrm>
              <a:off x="649925" y="5346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649925" y="4798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649925" y="4244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7"/>
            <p:cNvSpPr/>
            <p:nvPr/>
          </p:nvSpPr>
          <p:spPr>
            <a:xfrm>
              <a:off x="879475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7"/>
            <p:cNvSpPr/>
            <p:nvPr/>
          </p:nvSpPr>
          <p:spPr>
            <a:xfrm>
              <a:off x="6548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7"/>
            <p:cNvSpPr/>
            <p:nvPr/>
          </p:nvSpPr>
          <p:spPr>
            <a:xfrm>
              <a:off x="7376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7"/>
            <p:cNvSpPr/>
            <p:nvPr/>
          </p:nvSpPr>
          <p:spPr>
            <a:xfrm>
              <a:off x="8204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903225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1" name="Google Shape;551;p37"/>
          <p:cNvGrpSpPr/>
          <p:nvPr/>
        </p:nvGrpSpPr>
        <p:grpSpPr>
          <a:xfrm>
            <a:off x="1081471" y="978805"/>
            <a:ext cx="335800" cy="279518"/>
            <a:chOff x="1247825" y="322750"/>
            <a:chExt cx="443300" cy="369000"/>
          </a:xfrm>
        </p:grpSpPr>
        <p:sp>
          <p:nvSpPr>
            <p:cNvPr id="552" name="Google Shape;552;p37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7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37"/>
          <p:cNvGrpSpPr/>
          <p:nvPr/>
        </p:nvGrpSpPr>
        <p:grpSpPr>
          <a:xfrm>
            <a:off x="1598048" y="977423"/>
            <a:ext cx="321028" cy="282282"/>
            <a:chOff x="1929775" y="320925"/>
            <a:chExt cx="423800" cy="372650"/>
          </a:xfrm>
        </p:grpSpPr>
        <p:sp>
          <p:nvSpPr>
            <p:cNvPr id="558" name="Google Shape;558;p37"/>
            <p:cNvSpPr/>
            <p:nvPr/>
          </p:nvSpPr>
          <p:spPr>
            <a:xfrm>
              <a:off x="1929775" y="320925"/>
              <a:ext cx="423800" cy="372650"/>
            </a:xfrm>
            <a:custGeom>
              <a:rect b="b" l="l" r="r" t="t"/>
              <a:pathLst>
                <a:path extrusionOk="0" fill="none" h="14906" w="16952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7"/>
            <p:cNvSpPr/>
            <p:nvPr/>
          </p:nvSpPr>
          <p:spPr>
            <a:xfrm>
              <a:off x="1954125" y="345275"/>
              <a:ext cx="375100" cy="323950"/>
            </a:xfrm>
            <a:custGeom>
              <a:rect b="b" l="l" r="r" t="t"/>
              <a:pathLst>
                <a:path extrusionOk="0" fill="none" h="12958" w="15004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7"/>
            <p:cNvSpPr/>
            <p:nvPr/>
          </p:nvSpPr>
          <p:spPr>
            <a:xfrm>
              <a:off x="2162375" y="534625"/>
              <a:ext cx="146750" cy="113275"/>
            </a:xfrm>
            <a:custGeom>
              <a:rect b="b" l="l" r="r" t="t"/>
              <a:pathLst>
                <a:path extrusionOk="0" fill="none" h="4531" w="587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7"/>
            <p:cNvSpPr/>
            <p:nvPr/>
          </p:nvSpPr>
          <p:spPr>
            <a:xfrm>
              <a:off x="1974225" y="468875"/>
              <a:ext cx="232600" cy="179025"/>
            </a:xfrm>
            <a:custGeom>
              <a:rect b="b" l="l" r="r" t="t"/>
              <a:pathLst>
                <a:path extrusionOk="0" fill="none" h="7161" w="9304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7"/>
            <p:cNvSpPr/>
            <p:nvPr/>
          </p:nvSpPr>
          <p:spPr>
            <a:xfrm>
              <a:off x="2169675" y="396425"/>
              <a:ext cx="97450" cy="97450"/>
            </a:xfrm>
            <a:custGeom>
              <a:rect b="b" l="l" r="r" t="t"/>
              <a:pathLst>
                <a:path extrusionOk="0" fill="none" h="3898" w="3898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3" name="Google Shape;563;p37"/>
          <p:cNvSpPr/>
          <p:nvPr/>
        </p:nvSpPr>
        <p:spPr>
          <a:xfrm>
            <a:off x="2136334" y="967277"/>
            <a:ext cx="262909" cy="302583"/>
          </a:xfrm>
          <a:custGeom>
            <a:rect b="b" l="l" r="r" t="t"/>
            <a:pathLst>
              <a:path extrusionOk="0" fill="none" h="15978" w="13883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7"/>
          <p:cNvSpPr/>
          <p:nvPr/>
        </p:nvSpPr>
        <p:spPr>
          <a:xfrm>
            <a:off x="2663528" y="968205"/>
            <a:ext cx="226928" cy="300727"/>
          </a:xfrm>
          <a:custGeom>
            <a:rect b="b" l="l" r="r" t="t"/>
            <a:pathLst>
              <a:path extrusionOk="0" fill="none" h="15880" w="11983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37"/>
          <p:cNvGrpSpPr/>
          <p:nvPr/>
        </p:nvGrpSpPr>
        <p:grpSpPr>
          <a:xfrm>
            <a:off x="3643563" y="945589"/>
            <a:ext cx="303511" cy="345931"/>
            <a:chOff x="4630125" y="278900"/>
            <a:chExt cx="400675" cy="456675"/>
          </a:xfrm>
        </p:grpSpPr>
        <p:sp>
          <p:nvSpPr>
            <p:cNvPr id="566" name="Google Shape;566;p37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7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0" name="Google Shape;570;p37"/>
          <p:cNvSpPr/>
          <p:nvPr/>
        </p:nvSpPr>
        <p:spPr>
          <a:xfrm>
            <a:off x="4130705" y="966822"/>
            <a:ext cx="347787" cy="303492"/>
          </a:xfrm>
          <a:custGeom>
            <a:rect b="b" l="l" r="r" t="t"/>
            <a:pathLst>
              <a:path extrusionOk="0" fill="none" h="16026" w="18365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1" name="Google Shape;571;p37"/>
          <p:cNvGrpSpPr/>
          <p:nvPr/>
        </p:nvGrpSpPr>
        <p:grpSpPr>
          <a:xfrm>
            <a:off x="587978" y="1438172"/>
            <a:ext cx="309022" cy="376837"/>
            <a:chOff x="596350" y="929175"/>
            <a:chExt cx="407950" cy="497475"/>
          </a:xfrm>
        </p:grpSpPr>
        <p:sp>
          <p:nvSpPr>
            <p:cNvPr id="572" name="Google Shape;572;p37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7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7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37"/>
          <p:cNvGrpSpPr/>
          <p:nvPr/>
        </p:nvGrpSpPr>
        <p:grpSpPr>
          <a:xfrm>
            <a:off x="1601267" y="1493072"/>
            <a:ext cx="314590" cy="269367"/>
            <a:chOff x="1934025" y="1001650"/>
            <a:chExt cx="415300" cy="355600"/>
          </a:xfrm>
        </p:grpSpPr>
        <p:sp>
          <p:nvSpPr>
            <p:cNvPr id="580" name="Google Shape;580;p37"/>
            <p:cNvSpPr/>
            <p:nvPr/>
          </p:nvSpPr>
          <p:spPr>
            <a:xfrm>
              <a:off x="1934025" y="1303650"/>
              <a:ext cx="207650" cy="53600"/>
            </a:xfrm>
            <a:custGeom>
              <a:rect b="b" l="l" r="r" t="t"/>
              <a:pathLst>
                <a:path extrusionOk="0" fill="none" h="2144" w="830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2141650" y="1303650"/>
              <a:ext cx="207675" cy="53600"/>
            </a:xfrm>
            <a:custGeom>
              <a:rect b="b" l="l" r="r" t="t"/>
              <a:pathLst>
                <a:path extrusionOk="0" fill="none" h="2144" w="8307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1934025" y="1001650"/>
              <a:ext cx="207650" cy="331250"/>
            </a:xfrm>
            <a:custGeom>
              <a:rect b="b" l="l" r="r" t="t"/>
              <a:pathLst>
                <a:path extrusionOk="0" fill="none" h="13250" w="8306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7"/>
            <p:cNvSpPr/>
            <p:nvPr/>
          </p:nvSpPr>
          <p:spPr>
            <a:xfrm>
              <a:off x="2141650" y="1001650"/>
              <a:ext cx="207675" cy="331250"/>
            </a:xfrm>
            <a:custGeom>
              <a:rect b="b" l="l" r="r" t="t"/>
              <a:pathLst>
                <a:path extrusionOk="0" fill="none" h="13250" w="8307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4" name="Google Shape;584;p37"/>
          <p:cNvSpPr/>
          <p:nvPr/>
        </p:nvSpPr>
        <p:spPr>
          <a:xfrm>
            <a:off x="2109593" y="1470475"/>
            <a:ext cx="316408" cy="314571"/>
          </a:xfrm>
          <a:custGeom>
            <a:rect b="b" l="l" r="r" t="t"/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7"/>
          <p:cNvSpPr/>
          <p:nvPr/>
        </p:nvSpPr>
        <p:spPr>
          <a:xfrm>
            <a:off x="2619251" y="1486155"/>
            <a:ext cx="315499" cy="283210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7"/>
          <p:cNvSpPr/>
          <p:nvPr/>
        </p:nvSpPr>
        <p:spPr>
          <a:xfrm>
            <a:off x="3133056" y="1488466"/>
            <a:ext cx="306276" cy="278590"/>
          </a:xfrm>
          <a:custGeom>
            <a:rect b="b" l="l" r="r" t="t"/>
            <a:pathLst>
              <a:path extrusionOk="0" fill="none" h="14711" w="16173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7"/>
          <p:cNvSpPr/>
          <p:nvPr/>
        </p:nvSpPr>
        <p:spPr>
          <a:xfrm>
            <a:off x="3652409" y="1491231"/>
            <a:ext cx="285975" cy="273060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37"/>
          <p:cNvGrpSpPr/>
          <p:nvPr/>
        </p:nvGrpSpPr>
        <p:grpSpPr>
          <a:xfrm>
            <a:off x="4146751" y="1472771"/>
            <a:ext cx="315499" cy="315953"/>
            <a:chOff x="5294400" y="974850"/>
            <a:chExt cx="416500" cy="417100"/>
          </a:xfrm>
        </p:grpSpPr>
        <p:sp>
          <p:nvSpPr>
            <p:cNvPr id="589" name="Google Shape;589;p37"/>
            <p:cNvSpPr/>
            <p:nvPr/>
          </p:nvSpPr>
          <p:spPr>
            <a:xfrm>
              <a:off x="5325450" y="997975"/>
              <a:ext cx="151650" cy="154700"/>
            </a:xfrm>
            <a:custGeom>
              <a:rect b="b" l="l" r="r" t="t"/>
              <a:pathLst>
                <a:path extrusionOk="0" fill="none" h="6188" w="6066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5294400" y="974850"/>
              <a:ext cx="416500" cy="417100"/>
            </a:xfrm>
            <a:custGeom>
              <a:rect b="b" l="l" r="r" t="t"/>
              <a:pathLst>
                <a:path extrusionOk="0" fill="none" h="16684" w="1666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1" name="Google Shape;591;p37"/>
          <p:cNvGrpSpPr/>
          <p:nvPr/>
        </p:nvGrpSpPr>
        <p:grpSpPr>
          <a:xfrm>
            <a:off x="4618124" y="1437263"/>
            <a:ext cx="391135" cy="380985"/>
            <a:chOff x="5916675" y="927975"/>
            <a:chExt cx="516350" cy="502950"/>
          </a:xfrm>
        </p:grpSpPr>
        <p:sp>
          <p:nvSpPr>
            <p:cNvPr id="592" name="Google Shape;592;p37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7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" name="Google Shape;594;p37"/>
          <p:cNvGrpSpPr/>
          <p:nvPr/>
        </p:nvGrpSpPr>
        <p:grpSpPr>
          <a:xfrm>
            <a:off x="563984" y="2022546"/>
            <a:ext cx="352389" cy="238007"/>
            <a:chOff x="564675" y="1700625"/>
            <a:chExt cx="465200" cy="314200"/>
          </a:xfrm>
        </p:grpSpPr>
        <p:sp>
          <p:nvSpPr>
            <p:cNvPr id="595" name="Google Shape;595;p37"/>
            <p:cNvSpPr/>
            <p:nvPr/>
          </p:nvSpPr>
          <p:spPr>
            <a:xfrm>
              <a:off x="564675" y="1700625"/>
              <a:ext cx="465200" cy="29250"/>
            </a:xfrm>
            <a:custGeom>
              <a:rect b="b" l="l" r="r" t="t"/>
              <a:pathLst>
                <a:path extrusionOk="0" fill="none" h="1170" w="18608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7"/>
            <p:cNvSpPr/>
            <p:nvPr/>
          </p:nvSpPr>
          <p:spPr>
            <a:xfrm>
              <a:off x="564675" y="1732300"/>
              <a:ext cx="465200" cy="272175"/>
            </a:xfrm>
            <a:custGeom>
              <a:rect b="b" l="l" r="r" t="t"/>
              <a:pathLst>
                <a:path extrusionOk="0" fill="none" h="10887" w="18608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572600" y="201420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37"/>
          <p:cNvGrpSpPr/>
          <p:nvPr/>
        </p:nvGrpSpPr>
        <p:grpSpPr>
          <a:xfrm>
            <a:off x="1073176" y="1964426"/>
            <a:ext cx="352389" cy="345022"/>
            <a:chOff x="1236875" y="1623900"/>
            <a:chExt cx="465200" cy="455475"/>
          </a:xfrm>
        </p:grpSpPr>
        <p:sp>
          <p:nvSpPr>
            <p:cNvPr id="599" name="Google Shape;599;p37"/>
            <p:cNvSpPr/>
            <p:nvPr/>
          </p:nvSpPr>
          <p:spPr>
            <a:xfrm>
              <a:off x="1236875" y="1623900"/>
              <a:ext cx="465200" cy="445125"/>
            </a:xfrm>
            <a:custGeom>
              <a:rect b="b" l="l" r="r" t="t"/>
              <a:pathLst>
                <a:path extrusionOk="0" fill="none" h="17805" w="18608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1244800" y="207875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1236875" y="1791950"/>
              <a:ext cx="465200" cy="171725"/>
            </a:xfrm>
            <a:custGeom>
              <a:rect b="b" l="l" r="r" t="t"/>
              <a:pathLst>
                <a:path extrusionOk="0" fill="none" h="6869" w="18608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7"/>
            <p:cNvSpPr/>
            <p:nvPr/>
          </p:nvSpPr>
          <p:spPr>
            <a:xfrm>
              <a:off x="1330025" y="1750550"/>
              <a:ext cx="278900" cy="110850"/>
            </a:xfrm>
            <a:custGeom>
              <a:rect b="b" l="l" r="r" t="t"/>
              <a:pathLst>
                <a:path extrusionOk="0" fill="none" h="4434" w="11156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1402500" y="18102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1402500" y="18443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7"/>
            <p:cNvSpPr/>
            <p:nvPr/>
          </p:nvSpPr>
          <p:spPr>
            <a:xfrm>
              <a:off x="1402500" y="1878425"/>
              <a:ext cx="85250" cy="25"/>
            </a:xfrm>
            <a:custGeom>
              <a:rect b="b" l="l" r="r" t="t"/>
              <a:pathLst>
                <a:path extrusionOk="0" fill="none" h="1" w="341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Google Shape;606;p37"/>
          <p:cNvGrpSpPr/>
          <p:nvPr/>
        </p:nvGrpSpPr>
        <p:grpSpPr>
          <a:xfrm>
            <a:off x="1593427" y="1971812"/>
            <a:ext cx="330270" cy="330251"/>
            <a:chOff x="1923675" y="1633650"/>
            <a:chExt cx="436000" cy="435975"/>
          </a:xfrm>
        </p:grpSpPr>
        <p:sp>
          <p:nvSpPr>
            <p:cNvPr id="607" name="Google Shape;607;p37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7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7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37"/>
          <p:cNvGrpSpPr/>
          <p:nvPr/>
        </p:nvGrpSpPr>
        <p:grpSpPr>
          <a:xfrm>
            <a:off x="2101236" y="1970430"/>
            <a:ext cx="333016" cy="333016"/>
            <a:chOff x="2594050" y="1631825"/>
            <a:chExt cx="439625" cy="439625"/>
          </a:xfrm>
        </p:grpSpPr>
        <p:sp>
          <p:nvSpPr>
            <p:cNvPr id="614" name="Google Shape;614;p37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7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8" name="Google Shape;618;p37"/>
          <p:cNvSpPr/>
          <p:nvPr/>
        </p:nvSpPr>
        <p:spPr>
          <a:xfrm>
            <a:off x="2625235" y="1985206"/>
            <a:ext cx="303511" cy="303511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9" name="Google Shape;619;p37"/>
          <p:cNvGrpSpPr/>
          <p:nvPr/>
        </p:nvGrpSpPr>
        <p:grpSpPr>
          <a:xfrm>
            <a:off x="3150980" y="1945527"/>
            <a:ext cx="270295" cy="382822"/>
            <a:chOff x="3979850" y="1598950"/>
            <a:chExt cx="356825" cy="505375"/>
          </a:xfrm>
        </p:grpSpPr>
        <p:sp>
          <p:nvSpPr>
            <p:cNvPr id="620" name="Google Shape;620;p37"/>
            <p:cNvSpPr/>
            <p:nvPr/>
          </p:nvSpPr>
          <p:spPr>
            <a:xfrm>
              <a:off x="3979850" y="1602600"/>
              <a:ext cx="44475" cy="501725"/>
            </a:xfrm>
            <a:custGeom>
              <a:rect b="b" l="l" r="r" t="t"/>
              <a:pathLst>
                <a:path extrusionOk="0" fill="none" h="20069" w="177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7"/>
            <p:cNvSpPr/>
            <p:nvPr/>
          </p:nvSpPr>
          <p:spPr>
            <a:xfrm>
              <a:off x="4037075" y="1598950"/>
              <a:ext cx="299600" cy="228950"/>
            </a:xfrm>
            <a:custGeom>
              <a:rect b="b" l="l" r="r" t="t"/>
              <a:pathLst>
                <a:path extrusionOk="0" fill="none" h="9158" w="11984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2" name="Google Shape;622;p37"/>
          <p:cNvGrpSpPr/>
          <p:nvPr/>
        </p:nvGrpSpPr>
        <p:grpSpPr>
          <a:xfrm>
            <a:off x="3617278" y="2027621"/>
            <a:ext cx="356082" cy="218633"/>
            <a:chOff x="4595425" y="1707325"/>
            <a:chExt cx="470075" cy="288625"/>
          </a:xfrm>
        </p:grpSpPr>
        <p:sp>
          <p:nvSpPr>
            <p:cNvPr id="623" name="Google Shape;623;p37"/>
            <p:cNvSpPr/>
            <p:nvPr/>
          </p:nvSpPr>
          <p:spPr>
            <a:xfrm>
              <a:off x="4809750" y="17073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7"/>
            <p:cNvSpPr/>
            <p:nvPr/>
          </p:nvSpPr>
          <p:spPr>
            <a:xfrm>
              <a:off x="502407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7"/>
            <p:cNvSpPr/>
            <p:nvPr/>
          </p:nvSpPr>
          <p:spPr>
            <a:xfrm>
              <a:off x="4628900" y="1760300"/>
              <a:ext cx="403100" cy="177825"/>
            </a:xfrm>
            <a:custGeom>
              <a:rect b="b" l="l" r="r" t="t"/>
              <a:pathLst>
                <a:path extrusionOk="0" fill="none" h="7113" w="16124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7"/>
            <p:cNvSpPr/>
            <p:nvPr/>
          </p:nvSpPr>
          <p:spPr>
            <a:xfrm>
              <a:off x="459542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7"/>
            <p:cNvSpPr/>
            <p:nvPr/>
          </p:nvSpPr>
          <p:spPr>
            <a:xfrm>
              <a:off x="4667275" y="1951475"/>
              <a:ext cx="326375" cy="44475"/>
            </a:xfrm>
            <a:custGeom>
              <a:rect b="b" l="l" r="r" t="t"/>
              <a:pathLst>
                <a:path extrusionOk="0" fill="none" h="1779" w="13055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8" name="Google Shape;628;p37"/>
          <p:cNvGrpSpPr/>
          <p:nvPr/>
        </p:nvGrpSpPr>
        <p:grpSpPr>
          <a:xfrm>
            <a:off x="4143532" y="1974122"/>
            <a:ext cx="321956" cy="325630"/>
            <a:chOff x="5290150" y="1636700"/>
            <a:chExt cx="425025" cy="429875"/>
          </a:xfrm>
        </p:grpSpPr>
        <p:sp>
          <p:nvSpPr>
            <p:cNvPr id="629" name="Google Shape;629;p37"/>
            <p:cNvSpPr/>
            <p:nvPr/>
          </p:nvSpPr>
          <p:spPr>
            <a:xfrm>
              <a:off x="5396700" y="1939925"/>
              <a:ext cx="211900" cy="126650"/>
            </a:xfrm>
            <a:custGeom>
              <a:rect b="b" l="l" r="r" t="t"/>
              <a:pathLst>
                <a:path extrusionOk="0" fill="none" h="5066" w="8476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7"/>
            <p:cNvSpPr/>
            <p:nvPr/>
          </p:nvSpPr>
          <p:spPr>
            <a:xfrm>
              <a:off x="5290150" y="1636700"/>
              <a:ext cx="425025" cy="294100"/>
            </a:xfrm>
            <a:custGeom>
              <a:rect b="b" l="l" r="r" t="t"/>
              <a:pathLst>
                <a:path extrusionOk="0" fill="none" h="11764" w="17001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1" name="Google Shape;631;p37"/>
          <p:cNvGrpSpPr/>
          <p:nvPr/>
        </p:nvGrpSpPr>
        <p:grpSpPr>
          <a:xfrm>
            <a:off x="4651795" y="1964426"/>
            <a:ext cx="323793" cy="339493"/>
            <a:chOff x="5961125" y="1623900"/>
            <a:chExt cx="427450" cy="448175"/>
          </a:xfrm>
        </p:grpSpPr>
        <p:sp>
          <p:nvSpPr>
            <p:cNvPr id="632" name="Google Shape;632;p37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7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37"/>
          <p:cNvGrpSpPr/>
          <p:nvPr/>
        </p:nvGrpSpPr>
        <p:grpSpPr>
          <a:xfrm>
            <a:off x="5149908" y="1973194"/>
            <a:ext cx="345931" cy="327486"/>
            <a:chOff x="6618700" y="1635475"/>
            <a:chExt cx="456675" cy="432325"/>
          </a:xfrm>
        </p:grpSpPr>
        <p:sp>
          <p:nvSpPr>
            <p:cNvPr id="640" name="Google Shape;640;p37"/>
            <p:cNvSpPr/>
            <p:nvPr/>
          </p:nvSpPr>
          <p:spPr>
            <a:xfrm>
              <a:off x="6663775" y="1904000"/>
              <a:ext cx="117525" cy="163800"/>
            </a:xfrm>
            <a:custGeom>
              <a:rect b="b" l="l" r="r" t="t"/>
              <a:pathLst>
                <a:path extrusionOk="0" fill="none" h="6552" w="4701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7046125" y="1775525"/>
              <a:ext cx="29250" cy="99275"/>
            </a:xfrm>
            <a:custGeom>
              <a:rect b="b" l="l" r="r" t="t"/>
              <a:pathLst>
                <a:path extrusionOk="0" fill="none" h="3971" w="117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6618700" y="1751775"/>
              <a:ext cx="96850" cy="146750"/>
            </a:xfrm>
            <a:custGeom>
              <a:rect b="b" l="l" r="r" t="t"/>
              <a:pathLst>
                <a:path extrusionOk="0" fill="none" h="5870" w="3874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7"/>
            <p:cNvSpPr/>
            <p:nvPr/>
          </p:nvSpPr>
          <p:spPr>
            <a:xfrm>
              <a:off x="6721600" y="1660450"/>
              <a:ext cx="278900" cy="329425"/>
            </a:xfrm>
            <a:custGeom>
              <a:rect b="b" l="l" r="r" t="t"/>
              <a:pathLst>
                <a:path extrusionOk="0" fill="none" h="13177" w="11156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7"/>
            <p:cNvSpPr/>
            <p:nvPr/>
          </p:nvSpPr>
          <p:spPr>
            <a:xfrm>
              <a:off x="7006550" y="1635475"/>
              <a:ext cx="34750" cy="378750"/>
            </a:xfrm>
            <a:custGeom>
              <a:rect b="b" l="l" r="r" t="t"/>
              <a:pathLst>
                <a:path extrusionOk="0" fill="none" h="15150" w="139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5" name="Google Shape;645;p37"/>
          <p:cNvGrpSpPr/>
          <p:nvPr/>
        </p:nvGrpSpPr>
        <p:grpSpPr>
          <a:xfrm>
            <a:off x="603185" y="2498994"/>
            <a:ext cx="273988" cy="294270"/>
            <a:chOff x="616425" y="2329600"/>
            <a:chExt cx="361700" cy="388475"/>
          </a:xfrm>
        </p:grpSpPr>
        <p:sp>
          <p:nvSpPr>
            <p:cNvPr id="646" name="Google Shape;646;p37"/>
            <p:cNvSpPr/>
            <p:nvPr/>
          </p:nvSpPr>
          <p:spPr>
            <a:xfrm>
              <a:off x="616425" y="2329600"/>
              <a:ext cx="361700" cy="388475"/>
            </a:xfrm>
            <a:custGeom>
              <a:rect b="b" l="l" r="r" t="t"/>
              <a:pathLst>
                <a:path extrusionOk="0" fill="none" h="15539" w="14468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7"/>
            <p:cNvSpPr/>
            <p:nvPr/>
          </p:nvSpPr>
          <p:spPr>
            <a:xfrm>
              <a:off x="704725" y="2545750"/>
              <a:ext cx="185125" cy="25"/>
            </a:xfrm>
            <a:custGeom>
              <a:rect b="b" l="l" r="r" t="t"/>
              <a:pathLst>
                <a:path extrusionOk="0" fill="none" h="1" w="7405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7"/>
            <p:cNvSpPr/>
            <p:nvPr/>
          </p:nvSpPr>
          <p:spPr>
            <a:xfrm>
              <a:off x="811875" y="2626125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7"/>
            <p:cNvSpPr/>
            <p:nvPr/>
          </p:nvSpPr>
          <p:spPr>
            <a:xfrm>
              <a:off x="751000" y="2568275"/>
              <a:ext cx="54200" cy="53600"/>
            </a:xfrm>
            <a:custGeom>
              <a:rect b="b" l="l" r="r" t="t"/>
              <a:pathLst>
                <a:path extrusionOk="0" fill="none" h="2144" w="2168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7"/>
            <p:cNvSpPr/>
            <p:nvPr/>
          </p:nvSpPr>
          <p:spPr>
            <a:xfrm>
              <a:off x="769875" y="2662650"/>
              <a:ext cx="23775" cy="23775"/>
            </a:xfrm>
            <a:custGeom>
              <a:rect b="b" l="l" r="r" t="t"/>
              <a:pathLst>
                <a:path extrusionOk="0" fill="none" h="951" w="951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7"/>
            <p:cNvSpPr/>
            <p:nvPr/>
          </p:nvSpPr>
          <p:spPr>
            <a:xfrm>
              <a:off x="799700" y="2503125"/>
              <a:ext cx="24375" cy="23775"/>
            </a:xfrm>
            <a:custGeom>
              <a:rect b="b" l="l" r="r" t="t"/>
              <a:pathLst>
                <a:path extrusionOk="0" fill="none" h="951" w="975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7"/>
            <p:cNvSpPr/>
            <p:nvPr/>
          </p:nvSpPr>
          <p:spPr>
            <a:xfrm>
              <a:off x="766825" y="2388050"/>
              <a:ext cx="60925" cy="25"/>
            </a:xfrm>
            <a:custGeom>
              <a:rect b="b" l="l" r="r" t="t"/>
              <a:pathLst>
                <a:path extrusionOk="0" fill="none" h="1" w="2437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7"/>
            <p:cNvSpPr/>
            <p:nvPr/>
          </p:nvSpPr>
          <p:spPr>
            <a:xfrm>
              <a:off x="769875" y="2456250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Google Shape;654;p37"/>
          <p:cNvGrpSpPr/>
          <p:nvPr/>
        </p:nvGrpSpPr>
        <p:grpSpPr>
          <a:xfrm>
            <a:off x="1105010" y="2501759"/>
            <a:ext cx="288740" cy="288740"/>
            <a:chOff x="1278900" y="2333250"/>
            <a:chExt cx="381175" cy="381175"/>
          </a:xfrm>
        </p:grpSpPr>
        <p:sp>
          <p:nvSpPr>
            <p:cNvPr id="655" name="Google Shape;655;p37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7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7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7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9" name="Google Shape;659;p37"/>
          <p:cNvGrpSpPr/>
          <p:nvPr/>
        </p:nvGrpSpPr>
        <p:grpSpPr>
          <a:xfrm>
            <a:off x="1614182" y="2501759"/>
            <a:ext cx="288759" cy="288740"/>
            <a:chOff x="1951075" y="2333250"/>
            <a:chExt cx="381200" cy="381175"/>
          </a:xfrm>
        </p:grpSpPr>
        <p:sp>
          <p:nvSpPr>
            <p:cNvPr id="660" name="Google Shape;660;p37"/>
            <p:cNvSpPr/>
            <p:nvPr/>
          </p:nvSpPr>
          <p:spPr>
            <a:xfrm>
              <a:off x="1951075" y="2333250"/>
              <a:ext cx="381200" cy="381175"/>
            </a:xfrm>
            <a:custGeom>
              <a:rect b="b" l="l" r="r" t="t"/>
              <a:pathLst>
                <a:path extrusionOk="0" fill="none" h="15247" w="15248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7"/>
            <p:cNvSpPr/>
            <p:nvPr/>
          </p:nvSpPr>
          <p:spPr>
            <a:xfrm>
              <a:off x="21976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7"/>
            <p:cNvSpPr/>
            <p:nvPr/>
          </p:nvSpPr>
          <p:spPr>
            <a:xfrm>
              <a:off x="20418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7"/>
            <p:cNvSpPr/>
            <p:nvPr/>
          </p:nvSpPr>
          <p:spPr>
            <a:xfrm>
              <a:off x="2041800" y="2584100"/>
              <a:ext cx="199750" cy="41425"/>
            </a:xfrm>
            <a:custGeom>
              <a:rect b="b" l="l" r="r" t="t"/>
              <a:pathLst>
                <a:path extrusionOk="0" fill="none" h="1657" w="799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37"/>
          <p:cNvGrpSpPr/>
          <p:nvPr/>
        </p:nvGrpSpPr>
        <p:grpSpPr>
          <a:xfrm>
            <a:off x="2123374" y="2501759"/>
            <a:ext cx="288740" cy="288740"/>
            <a:chOff x="2623275" y="2333250"/>
            <a:chExt cx="381175" cy="381175"/>
          </a:xfrm>
        </p:grpSpPr>
        <p:sp>
          <p:nvSpPr>
            <p:cNvPr id="665" name="Google Shape;665;p37"/>
            <p:cNvSpPr/>
            <p:nvPr/>
          </p:nvSpPr>
          <p:spPr>
            <a:xfrm>
              <a:off x="2623275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7"/>
            <p:cNvSpPr/>
            <p:nvPr/>
          </p:nvSpPr>
          <p:spPr>
            <a:xfrm>
              <a:off x="28698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7"/>
            <p:cNvSpPr/>
            <p:nvPr/>
          </p:nvSpPr>
          <p:spPr>
            <a:xfrm>
              <a:off x="27140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7"/>
            <p:cNvSpPr/>
            <p:nvPr/>
          </p:nvSpPr>
          <p:spPr>
            <a:xfrm>
              <a:off x="2810200" y="2595675"/>
              <a:ext cx="99875" cy="31075"/>
            </a:xfrm>
            <a:custGeom>
              <a:rect b="b" l="l" r="r" t="t"/>
              <a:pathLst>
                <a:path extrusionOk="0" fill="none" h="1243" w="3995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9" name="Google Shape;669;p37"/>
          <p:cNvGrpSpPr/>
          <p:nvPr/>
        </p:nvGrpSpPr>
        <p:grpSpPr>
          <a:xfrm>
            <a:off x="2699907" y="2451953"/>
            <a:ext cx="154057" cy="384677"/>
            <a:chOff x="3384375" y="2267500"/>
            <a:chExt cx="203375" cy="507825"/>
          </a:xfrm>
        </p:grpSpPr>
        <p:sp>
          <p:nvSpPr>
            <p:cNvPr id="670" name="Google Shape;670;p37"/>
            <p:cNvSpPr/>
            <p:nvPr/>
          </p:nvSpPr>
          <p:spPr>
            <a:xfrm>
              <a:off x="3384375" y="2373425"/>
              <a:ext cx="203375" cy="401900"/>
            </a:xfrm>
            <a:custGeom>
              <a:rect b="b" l="l" r="r" t="t"/>
              <a:pathLst>
                <a:path extrusionOk="0" fill="none" h="16076" w="8135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7"/>
            <p:cNvSpPr/>
            <p:nvPr/>
          </p:nvSpPr>
          <p:spPr>
            <a:xfrm>
              <a:off x="3443425" y="2267500"/>
              <a:ext cx="85275" cy="93775"/>
            </a:xfrm>
            <a:custGeom>
              <a:rect b="b" l="l" r="r" t="t"/>
              <a:pathLst>
                <a:path extrusionOk="0" fill="none" h="3751" w="3411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2" name="Google Shape;672;p37"/>
          <p:cNvGrpSpPr/>
          <p:nvPr/>
        </p:nvGrpSpPr>
        <p:grpSpPr>
          <a:xfrm>
            <a:off x="3732115" y="2500831"/>
            <a:ext cx="126389" cy="286903"/>
            <a:chOff x="4747025" y="2332025"/>
            <a:chExt cx="166850" cy="378750"/>
          </a:xfrm>
        </p:grpSpPr>
        <p:sp>
          <p:nvSpPr>
            <p:cNvPr id="673" name="Google Shape;673;p37"/>
            <p:cNvSpPr/>
            <p:nvPr/>
          </p:nvSpPr>
          <p:spPr>
            <a:xfrm>
              <a:off x="4747025" y="2427025"/>
              <a:ext cx="166850" cy="283750"/>
            </a:xfrm>
            <a:custGeom>
              <a:rect b="b" l="l" r="r" t="t"/>
              <a:pathLst>
                <a:path extrusionOk="0" fill="none" h="11350" w="6674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7"/>
            <p:cNvSpPr/>
            <p:nvPr/>
          </p:nvSpPr>
          <p:spPr>
            <a:xfrm>
              <a:off x="4792100" y="2332025"/>
              <a:ext cx="76725" cy="84050"/>
            </a:xfrm>
            <a:custGeom>
              <a:rect b="b" l="l" r="r" t="t"/>
              <a:pathLst>
                <a:path extrusionOk="0" fill="none" h="3362" w="3069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5" name="Google Shape;675;p37"/>
          <p:cNvGrpSpPr/>
          <p:nvPr/>
        </p:nvGrpSpPr>
        <p:grpSpPr>
          <a:xfrm>
            <a:off x="3220632" y="2453790"/>
            <a:ext cx="130991" cy="380985"/>
            <a:chOff x="4071800" y="2269925"/>
            <a:chExt cx="172925" cy="502950"/>
          </a:xfrm>
        </p:grpSpPr>
        <p:sp>
          <p:nvSpPr>
            <p:cNvPr id="676" name="Google Shape;676;p37"/>
            <p:cNvSpPr/>
            <p:nvPr/>
          </p:nvSpPr>
          <p:spPr>
            <a:xfrm>
              <a:off x="4118075" y="2269925"/>
              <a:ext cx="80375" cy="91350"/>
            </a:xfrm>
            <a:custGeom>
              <a:rect b="b" l="l" r="r" t="t"/>
              <a:pathLst>
                <a:path extrusionOk="0" fill="none" h="3654" w="3215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7"/>
            <p:cNvSpPr/>
            <p:nvPr/>
          </p:nvSpPr>
          <p:spPr>
            <a:xfrm>
              <a:off x="4071800" y="2372825"/>
              <a:ext cx="172925" cy="400050"/>
            </a:xfrm>
            <a:custGeom>
              <a:rect b="b" l="l" r="r" t="t"/>
              <a:pathLst>
                <a:path extrusionOk="0" fill="none" h="16002" w="6917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8" name="Google Shape;678;p37"/>
          <p:cNvSpPr/>
          <p:nvPr/>
        </p:nvSpPr>
        <p:spPr>
          <a:xfrm>
            <a:off x="4160229" y="2493953"/>
            <a:ext cx="288740" cy="304420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9" name="Google Shape;679;p37"/>
          <p:cNvGrpSpPr/>
          <p:nvPr/>
        </p:nvGrpSpPr>
        <p:grpSpPr>
          <a:xfrm>
            <a:off x="4660563" y="2499449"/>
            <a:ext cx="311806" cy="293361"/>
            <a:chOff x="5972700" y="2330200"/>
            <a:chExt cx="411625" cy="387275"/>
          </a:xfrm>
        </p:grpSpPr>
        <p:sp>
          <p:nvSpPr>
            <p:cNvPr id="680" name="Google Shape;680;p37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7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2" name="Google Shape;682;p37"/>
          <p:cNvGrpSpPr/>
          <p:nvPr/>
        </p:nvGrpSpPr>
        <p:grpSpPr>
          <a:xfrm>
            <a:off x="690828" y="2975424"/>
            <a:ext cx="98721" cy="359775"/>
            <a:chOff x="732125" y="2958550"/>
            <a:chExt cx="130325" cy="474950"/>
          </a:xfrm>
        </p:grpSpPr>
        <p:sp>
          <p:nvSpPr>
            <p:cNvPr id="683" name="Google Shape;683;p37"/>
            <p:cNvSpPr/>
            <p:nvPr/>
          </p:nvSpPr>
          <p:spPr>
            <a:xfrm>
              <a:off x="732125" y="2958550"/>
              <a:ext cx="130325" cy="474950"/>
            </a:xfrm>
            <a:custGeom>
              <a:rect b="b" l="l" r="r" t="t"/>
              <a:pathLst>
                <a:path extrusionOk="0" fill="none" h="18998" w="5213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7"/>
            <p:cNvSpPr/>
            <p:nvPr/>
          </p:nvSpPr>
          <p:spPr>
            <a:xfrm>
              <a:off x="756475" y="3090675"/>
              <a:ext cx="81625" cy="318475"/>
            </a:xfrm>
            <a:custGeom>
              <a:rect b="b" l="l" r="r" t="t"/>
              <a:pathLst>
                <a:path extrusionOk="0" fill="none" h="12739" w="3265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7"/>
            <p:cNvSpPr/>
            <p:nvPr/>
          </p:nvSpPr>
          <p:spPr>
            <a:xfrm>
              <a:off x="802750" y="312905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7"/>
            <p:cNvSpPr/>
            <p:nvPr/>
          </p:nvSpPr>
          <p:spPr>
            <a:xfrm>
              <a:off x="802750" y="31625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7"/>
            <p:cNvSpPr/>
            <p:nvPr/>
          </p:nvSpPr>
          <p:spPr>
            <a:xfrm>
              <a:off x="802750" y="31960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7"/>
            <p:cNvSpPr/>
            <p:nvPr/>
          </p:nvSpPr>
          <p:spPr>
            <a:xfrm>
              <a:off x="802750" y="32295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7"/>
            <p:cNvSpPr/>
            <p:nvPr/>
          </p:nvSpPr>
          <p:spPr>
            <a:xfrm>
              <a:off x="802750" y="32630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7"/>
            <p:cNvSpPr/>
            <p:nvPr/>
          </p:nvSpPr>
          <p:spPr>
            <a:xfrm>
              <a:off x="802750" y="329647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1" name="Google Shape;691;p37"/>
          <p:cNvSpPr/>
          <p:nvPr/>
        </p:nvSpPr>
        <p:spPr>
          <a:xfrm>
            <a:off x="1607303" y="2961169"/>
            <a:ext cx="302583" cy="388370"/>
          </a:xfrm>
          <a:custGeom>
            <a:rect b="b" l="l" r="r" t="t"/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7"/>
          <p:cNvSpPr/>
          <p:nvPr/>
        </p:nvSpPr>
        <p:spPr>
          <a:xfrm>
            <a:off x="1137302" y="2961169"/>
            <a:ext cx="224182" cy="388370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3" name="Google Shape;693;p37"/>
          <p:cNvGrpSpPr/>
          <p:nvPr/>
        </p:nvGrpSpPr>
        <p:grpSpPr>
          <a:xfrm>
            <a:off x="2092941" y="2986957"/>
            <a:ext cx="349624" cy="331179"/>
            <a:chOff x="2583100" y="2973775"/>
            <a:chExt cx="461550" cy="437200"/>
          </a:xfrm>
        </p:grpSpPr>
        <p:sp>
          <p:nvSpPr>
            <p:cNvPr id="694" name="Google Shape;694;p37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7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6" name="Google Shape;696;p37"/>
          <p:cNvSpPr/>
          <p:nvPr/>
        </p:nvSpPr>
        <p:spPr>
          <a:xfrm>
            <a:off x="3634873" y="2994840"/>
            <a:ext cx="321028" cy="321028"/>
          </a:xfrm>
          <a:custGeom>
            <a:rect b="b" l="l" r="r" t="t"/>
            <a:pathLst>
              <a:path extrusionOk="0" fill="none" h="16952" w="16952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7" name="Google Shape;697;p37"/>
          <p:cNvGrpSpPr/>
          <p:nvPr/>
        </p:nvGrpSpPr>
        <p:grpSpPr>
          <a:xfrm>
            <a:off x="4111243" y="3012333"/>
            <a:ext cx="392063" cy="291505"/>
            <a:chOff x="5247525" y="3007275"/>
            <a:chExt cx="517575" cy="384825"/>
          </a:xfrm>
        </p:grpSpPr>
        <p:sp>
          <p:nvSpPr>
            <p:cNvPr id="698" name="Google Shape;698;p37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7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" name="Google Shape;700;p37"/>
          <p:cNvGrpSpPr/>
          <p:nvPr/>
        </p:nvGrpSpPr>
        <p:grpSpPr>
          <a:xfrm>
            <a:off x="3129770" y="2995725"/>
            <a:ext cx="309022" cy="315499"/>
            <a:chOff x="3951850" y="2985350"/>
            <a:chExt cx="407950" cy="416500"/>
          </a:xfrm>
        </p:grpSpPr>
        <p:sp>
          <p:nvSpPr>
            <p:cNvPr id="701" name="Google Shape;701;p37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7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7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7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5" name="Google Shape;705;p37"/>
          <p:cNvGrpSpPr/>
          <p:nvPr/>
        </p:nvGrpSpPr>
        <p:grpSpPr>
          <a:xfrm>
            <a:off x="567223" y="3527054"/>
            <a:ext cx="357919" cy="274897"/>
            <a:chOff x="568950" y="3686775"/>
            <a:chExt cx="472500" cy="362900"/>
          </a:xfrm>
        </p:grpSpPr>
        <p:sp>
          <p:nvSpPr>
            <p:cNvPr id="706" name="Google Shape;706;p37"/>
            <p:cNvSpPr/>
            <p:nvPr/>
          </p:nvSpPr>
          <p:spPr>
            <a:xfrm>
              <a:off x="568950" y="3686775"/>
              <a:ext cx="472500" cy="362900"/>
            </a:xfrm>
            <a:custGeom>
              <a:rect b="b" l="l" r="r" t="t"/>
              <a:pathLst>
                <a:path extrusionOk="0" fill="none" h="14516" w="1890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7"/>
            <p:cNvSpPr/>
            <p:nvPr/>
          </p:nvSpPr>
          <p:spPr>
            <a:xfrm>
              <a:off x="645650" y="3820725"/>
              <a:ext cx="34125" cy="34125"/>
            </a:xfrm>
            <a:custGeom>
              <a:rect b="b" l="l" r="r" t="t"/>
              <a:pathLst>
                <a:path extrusionOk="0" fill="none" h="1365" w="1365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7"/>
            <p:cNvSpPr/>
            <p:nvPr/>
          </p:nvSpPr>
          <p:spPr>
            <a:xfrm>
              <a:off x="747950" y="3753750"/>
              <a:ext cx="85275" cy="12200"/>
            </a:xfrm>
            <a:custGeom>
              <a:rect b="b" l="l" r="r" t="t"/>
              <a:pathLst>
                <a:path extrusionOk="0" fill="none" h="488" w="3411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9" name="Google Shape;709;p37"/>
          <p:cNvSpPr/>
          <p:nvPr/>
        </p:nvSpPr>
        <p:spPr>
          <a:xfrm>
            <a:off x="4692025" y="2980088"/>
            <a:ext cx="243536" cy="350552"/>
          </a:xfrm>
          <a:custGeom>
            <a:rect b="b" l="l" r="r" t="t"/>
            <a:pathLst>
              <a:path extrusionOk="0" fill="none" h="18511" w="1286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0" name="Google Shape;710;p37"/>
          <p:cNvGrpSpPr/>
          <p:nvPr/>
        </p:nvGrpSpPr>
        <p:grpSpPr>
          <a:xfrm>
            <a:off x="1079179" y="3550120"/>
            <a:ext cx="340402" cy="228784"/>
            <a:chOff x="1244800" y="3717225"/>
            <a:chExt cx="449375" cy="302025"/>
          </a:xfrm>
        </p:grpSpPr>
        <p:sp>
          <p:nvSpPr>
            <p:cNvPr id="711" name="Google Shape;711;p37"/>
            <p:cNvSpPr/>
            <p:nvPr/>
          </p:nvSpPr>
          <p:spPr>
            <a:xfrm>
              <a:off x="1244800" y="3717225"/>
              <a:ext cx="449375" cy="302025"/>
            </a:xfrm>
            <a:custGeom>
              <a:rect b="b" l="l" r="r" t="t"/>
              <a:pathLst>
                <a:path extrusionOk="0" fill="none" h="12081" w="17975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7"/>
            <p:cNvSpPr/>
            <p:nvPr/>
          </p:nvSpPr>
          <p:spPr>
            <a:xfrm>
              <a:off x="1244800" y="379515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7"/>
            <p:cNvSpPr/>
            <p:nvPr/>
          </p:nvSpPr>
          <p:spPr>
            <a:xfrm>
              <a:off x="1244800" y="385300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7"/>
            <p:cNvSpPr/>
            <p:nvPr/>
          </p:nvSpPr>
          <p:spPr>
            <a:xfrm>
              <a:off x="1302625" y="3893800"/>
              <a:ext cx="161375" cy="25"/>
            </a:xfrm>
            <a:custGeom>
              <a:rect b="b" l="l" r="r" t="t"/>
              <a:pathLst>
                <a:path extrusionOk="0" fill="none" h="1" w="6455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1302625" y="3933975"/>
              <a:ext cx="110250" cy="25"/>
            </a:xfrm>
            <a:custGeom>
              <a:rect b="b" l="l" r="r" t="t"/>
              <a:pathLst>
                <a:path extrusionOk="0" fill="none" h="1" w="441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1572975" y="3899875"/>
              <a:ext cx="62125" cy="40225"/>
            </a:xfrm>
            <a:custGeom>
              <a:rect b="b" l="l" r="r" t="t"/>
              <a:pathLst>
                <a:path extrusionOk="0" fill="none" h="1609" w="2485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7" name="Google Shape;717;p37"/>
          <p:cNvGrpSpPr/>
          <p:nvPr/>
        </p:nvGrpSpPr>
        <p:grpSpPr>
          <a:xfrm>
            <a:off x="1592972" y="3532584"/>
            <a:ext cx="331179" cy="258762"/>
            <a:chOff x="1923075" y="3694075"/>
            <a:chExt cx="437200" cy="341600"/>
          </a:xfrm>
        </p:grpSpPr>
        <p:sp>
          <p:nvSpPr>
            <p:cNvPr id="718" name="Google Shape;718;p37"/>
            <p:cNvSpPr/>
            <p:nvPr/>
          </p:nvSpPr>
          <p:spPr>
            <a:xfrm>
              <a:off x="22476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7"/>
            <p:cNvSpPr/>
            <p:nvPr/>
          </p:nvSpPr>
          <p:spPr>
            <a:xfrm>
              <a:off x="20351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7"/>
            <p:cNvSpPr/>
            <p:nvPr/>
          </p:nvSpPr>
          <p:spPr>
            <a:xfrm>
              <a:off x="1923075" y="3694075"/>
              <a:ext cx="437200" cy="280100"/>
            </a:xfrm>
            <a:custGeom>
              <a:rect b="b" l="l" r="r" t="t"/>
              <a:pathLst>
                <a:path extrusionOk="0" fill="none" h="11204" w="17488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7"/>
            <p:cNvSpPr/>
            <p:nvPr/>
          </p:nvSpPr>
          <p:spPr>
            <a:xfrm>
              <a:off x="2261000" y="3781750"/>
              <a:ext cx="48725" cy="108400"/>
            </a:xfrm>
            <a:custGeom>
              <a:rect b="b" l="l" r="r" t="t"/>
              <a:pathLst>
                <a:path extrusionOk="0" fill="none" h="4336" w="1949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>
              <a:off x="2225675" y="3780550"/>
              <a:ext cx="32300" cy="113875"/>
            </a:xfrm>
            <a:custGeom>
              <a:rect b="b" l="l" r="r" t="t"/>
              <a:pathLst>
                <a:path extrusionOk="0" fill="none" h="4555" w="1292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7"/>
            <p:cNvSpPr/>
            <p:nvPr/>
          </p:nvSpPr>
          <p:spPr>
            <a:xfrm>
              <a:off x="2190375" y="3779325"/>
              <a:ext cx="15850" cy="119350"/>
            </a:xfrm>
            <a:custGeom>
              <a:rect b="b" l="l" r="r" t="t"/>
              <a:pathLst>
                <a:path extrusionOk="0" fill="none" h="4774" w="634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7"/>
            <p:cNvSpPr/>
            <p:nvPr/>
          </p:nvSpPr>
          <p:spPr>
            <a:xfrm>
              <a:off x="2154450" y="3777500"/>
              <a:ext cx="1250" cy="126050"/>
            </a:xfrm>
            <a:custGeom>
              <a:rect b="b" l="l" r="r" t="t"/>
              <a:pathLst>
                <a:path extrusionOk="0" fill="none" h="5042" w="5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7"/>
            <p:cNvSpPr/>
            <p:nvPr/>
          </p:nvSpPr>
          <p:spPr>
            <a:xfrm>
              <a:off x="2103300" y="3776275"/>
              <a:ext cx="17075" cy="131550"/>
            </a:xfrm>
            <a:custGeom>
              <a:rect b="b" l="l" r="r" t="t"/>
              <a:pathLst>
                <a:path extrusionOk="0" fill="none" h="5262" w="683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7"/>
            <p:cNvSpPr/>
            <p:nvPr/>
          </p:nvSpPr>
          <p:spPr>
            <a:xfrm>
              <a:off x="2051550" y="3775050"/>
              <a:ext cx="34125" cy="137025"/>
            </a:xfrm>
            <a:custGeom>
              <a:rect b="b" l="l" r="r" t="t"/>
              <a:pathLst>
                <a:path extrusionOk="0" fill="none" h="5481" w="1365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7" name="Google Shape;727;p37"/>
          <p:cNvGrpSpPr/>
          <p:nvPr/>
        </p:nvGrpSpPr>
        <p:grpSpPr>
          <a:xfrm>
            <a:off x="2105383" y="3528437"/>
            <a:ext cx="324721" cy="266602"/>
            <a:chOff x="2599525" y="3688600"/>
            <a:chExt cx="428675" cy="351950"/>
          </a:xfrm>
        </p:grpSpPr>
        <p:sp>
          <p:nvSpPr>
            <p:cNvPr id="728" name="Google Shape;728;p37"/>
            <p:cNvSpPr/>
            <p:nvPr/>
          </p:nvSpPr>
          <p:spPr>
            <a:xfrm>
              <a:off x="2599525" y="3688600"/>
              <a:ext cx="428675" cy="168675"/>
            </a:xfrm>
            <a:custGeom>
              <a:rect b="b" l="l" r="r" t="t"/>
              <a:pathLst>
                <a:path extrusionOk="0" fill="none" h="6747" w="17147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7"/>
            <p:cNvSpPr/>
            <p:nvPr/>
          </p:nvSpPr>
          <p:spPr>
            <a:xfrm>
              <a:off x="2792550" y="3862125"/>
              <a:ext cx="42650" cy="23775"/>
            </a:xfrm>
            <a:custGeom>
              <a:rect b="b" l="l" r="r" t="t"/>
              <a:pathLst>
                <a:path extrusionOk="0" fill="none" h="951" w="1706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7"/>
            <p:cNvSpPr/>
            <p:nvPr/>
          </p:nvSpPr>
          <p:spPr>
            <a:xfrm>
              <a:off x="2599525" y="3852375"/>
              <a:ext cx="428675" cy="188175"/>
            </a:xfrm>
            <a:custGeom>
              <a:rect b="b" l="l" r="r" t="t"/>
              <a:pathLst>
                <a:path extrusionOk="0" fill="none" h="7527" w="17147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1" name="Google Shape;731;p37"/>
          <p:cNvGrpSpPr/>
          <p:nvPr/>
        </p:nvGrpSpPr>
        <p:grpSpPr>
          <a:xfrm>
            <a:off x="2630255" y="3509992"/>
            <a:ext cx="300746" cy="296580"/>
            <a:chOff x="3292425" y="3664250"/>
            <a:chExt cx="397025" cy="391525"/>
          </a:xfrm>
        </p:grpSpPr>
        <p:sp>
          <p:nvSpPr>
            <p:cNvPr id="732" name="Google Shape;732;p37"/>
            <p:cNvSpPr/>
            <p:nvPr/>
          </p:nvSpPr>
          <p:spPr>
            <a:xfrm>
              <a:off x="3292425" y="3680675"/>
              <a:ext cx="375100" cy="375100"/>
            </a:xfrm>
            <a:custGeom>
              <a:rect b="b" l="l" r="r" t="t"/>
              <a:pathLst>
                <a:path extrusionOk="0" fill="none" h="15004" w="15004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7"/>
            <p:cNvSpPr/>
            <p:nvPr/>
          </p:nvSpPr>
          <p:spPr>
            <a:xfrm>
              <a:off x="3504325" y="3664250"/>
              <a:ext cx="131525" cy="153450"/>
            </a:xfrm>
            <a:custGeom>
              <a:rect b="b" l="l" r="r" t="t"/>
              <a:pathLst>
                <a:path extrusionOk="0" fill="none" h="6138" w="5261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7"/>
            <p:cNvSpPr/>
            <p:nvPr/>
          </p:nvSpPr>
          <p:spPr>
            <a:xfrm>
              <a:off x="3501875" y="3749500"/>
              <a:ext cx="187575" cy="96825"/>
            </a:xfrm>
            <a:custGeom>
              <a:rect b="b" l="l" r="r" t="t"/>
              <a:pathLst>
                <a:path extrusionOk="0" fill="none" h="3873" w="7503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5" name="Google Shape;735;p37"/>
          <p:cNvGrpSpPr/>
          <p:nvPr/>
        </p:nvGrpSpPr>
        <p:grpSpPr>
          <a:xfrm>
            <a:off x="3114998" y="3548264"/>
            <a:ext cx="333035" cy="241699"/>
            <a:chOff x="3932350" y="3714775"/>
            <a:chExt cx="439650" cy="319075"/>
          </a:xfrm>
        </p:grpSpPr>
        <p:sp>
          <p:nvSpPr>
            <p:cNvPr id="736" name="Google Shape;736;p37"/>
            <p:cNvSpPr/>
            <p:nvPr/>
          </p:nvSpPr>
          <p:spPr>
            <a:xfrm>
              <a:off x="3932350" y="3714775"/>
              <a:ext cx="439650" cy="319075"/>
            </a:xfrm>
            <a:custGeom>
              <a:rect b="b" l="l" r="r" t="t"/>
              <a:pathLst>
                <a:path extrusionOk="0" fill="none" h="12763" w="17586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7"/>
            <p:cNvSpPr/>
            <p:nvPr/>
          </p:nvSpPr>
          <p:spPr>
            <a:xfrm>
              <a:off x="39701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7"/>
            <p:cNvSpPr/>
            <p:nvPr/>
          </p:nvSpPr>
          <p:spPr>
            <a:xfrm>
              <a:off x="42788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7"/>
            <p:cNvSpPr/>
            <p:nvPr/>
          </p:nvSpPr>
          <p:spPr>
            <a:xfrm>
              <a:off x="4073000" y="3716600"/>
              <a:ext cx="77350" cy="278900"/>
            </a:xfrm>
            <a:custGeom>
              <a:rect b="b" l="l" r="r" t="t"/>
              <a:pathLst>
                <a:path extrusionOk="0" fill="none" h="11156" w="3094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7"/>
            <p:cNvSpPr/>
            <p:nvPr/>
          </p:nvSpPr>
          <p:spPr>
            <a:xfrm>
              <a:off x="4175900" y="3787250"/>
              <a:ext cx="77350" cy="208250"/>
            </a:xfrm>
            <a:custGeom>
              <a:rect b="b" l="l" r="r" t="t"/>
              <a:pathLst>
                <a:path extrusionOk="0" fill="none" h="8330" w="3094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37"/>
          <p:cNvGrpSpPr/>
          <p:nvPr/>
        </p:nvGrpSpPr>
        <p:grpSpPr>
          <a:xfrm>
            <a:off x="3624190" y="3548264"/>
            <a:ext cx="333016" cy="241699"/>
            <a:chOff x="4604550" y="3714775"/>
            <a:chExt cx="439625" cy="319075"/>
          </a:xfrm>
        </p:grpSpPr>
        <p:sp>
          <p:nvSpPr>
            <p:cNvPr id="742" name="Google Shape;742;p37"/>
            <p:cNvSpPr/>
            <p:nvPr/>
          </p:nvSpPr>
          <p:spPr>
            <a:xfrm>
              <a:off x="4604550" y="3714775"/>
              <a:ext cx="439625" cy="319075"/>
            </a:xfrm>
            <a:custGeom>
              <a:rect b="b" l="l" r="r" t="t"/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7"/>
            <p:cNvSpPr/>
            <p:nvPr/>
          </p:nvSpPr>
          <p:spPr>
            <a:xfrm>
              <a:off x="4647175" y="3761675"/>
              <a:ext cx="354400" cy="213725"/>
            </a:xfrm>
            <a:custGeom>
              <a:rect b="b" l="l" r="r" t="t"/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4" name="Google Shape;744;p37"/>
          <p:cNvGrpSpPr/>
          <p:nvPr/>
        </p:nvGrpSpPr>
        <p:grpSpPr>
          <a:xfrm>
            <a:off x="4145369" y="3523361"/>
            <a:ext cx="318264" cy="282756"/>
            <a:chOff x="5292575" y="3681900"/>
            <a:chExt cx="420150" cy="373275"/>
          </a:xfrm>
        </p:grpSpPr>
        <p:sp>
          <p:nvSpPr>
            <p:cNvPr id="745" name="Google Shape;745;p37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7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7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7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7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7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7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2" name="Google Shape;752;p37"/>
          <p:cNvGrpSpPr/>
          <p:nvPr/>
        </p:nvGrpSpPr>
        <p:grpSpPr>
          <a:xfrm>
            <a:off x="4636570" y="3487380"/>
            <a:ext cx="354245" cy="354245"/>
            <a:chOff x="5941025" y="3634400"/>
            <a:chExt cx="467650" cy="467650"/>
          </a:xfrm>
        </p:grpSpPr>
        <p:sp>
          <p:nvSpPr>
            <p:cNvPr id="753" name="Google Shape;753;p37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7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7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7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7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7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9" name="Google Shape;759;p37"/>
          <p:cNvGrpSpPr/>
          <p:nvPr/>
        </p:nvGrpSpPr>
        <p:grpSpPr>
          <a:xfrm>
            <a:off x="5168372" y="3509992"/>
            <a:ext cx="309022" cy="309041"/>
            <a:chOff x="6643075" y="3664250"/>
            <a:chExt cx="407950" cy="407975"/>
          </a:xfrm>
        </p:grpSpPr>
        <p:sp>
          <p:nvSpPr>
            <p:cNvPr id="760" name="Google Shape;760;p37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7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Google Shape;762;p37"/>
          <p:cNvGrpSpPr/>
          <p:nvPr/>
        </p:nvGrpSpPr>
        <p:grpSpPr>
          <a:xfrm>
            <a:off x="572753" y="4006268"/>
            <a:ext cx="334872" cy="334853"/>
            <a:chOff x="576250" y="4319400"/>
            <a:chExt cx="442075" cy="442050"/>
          </a:xfrm>
        </p:grpSpPr>
        <p:sp>
          <p:nvSpPr>
            <p:cNvPr id="763" name="Google Shape;763;p37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7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7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7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7" name="Google Shape;767;p37"/>
          <p:cNvSpPr/>
          <p:nvPr/>
        </p:nvSpPr>
        <p:spPr>
          <a:xfrm>
            <a:off x="1068121" y="4071363"/>
            <a:ext cx="362540" cy="204790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7"/>
          <p:cNvSpPr/>
          <p:nvPr/>
        </p:nvSpPr>
        <p:spPr>
          <a:xfrm>
            <a:off x="3132601" y="4020155"/>
            <a:ext cx="307185" cy="307204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7"/>
          <p:cNvSpPr/>
          <p:nvPr/>
        </p:nvSpPr>
        <p:spPr>
          <a:xfrm>
            <a:off x="2623398" y="4039528"/>
            <a:ext cx="307185" cy="268458"/>
          </a:xfrm>
          <a:custGeom>
            <a:rect b="b" l="l" r="r" t="t"/>
            <a:pathLst>
              <a:path extrusionOk="0" fill="none" h="14176" w="16221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7"/>
          <p:cNvSpPr/>
          <p:nvPr/>
        </p:nvSpPr>
        <p:spPr>
          <a:xfrm>
            <a:off x="3640421" y="4018773"/>
            <a:ext cx="309950" cy="309969"/>
          </a:xfrm>
          <a:custGeom>
            <a:rect b="b" l="l" r="r" t="t"/>
            <a:pathLst>
              <a:path extrusionOk="0" fill="none" h="16368" w="16367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cap="rnd" cmpd="sng" w="12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1" name="Google Shape;771;p37"/>
          <p:cNvGrpSpPr/>
          <p:nvPr/>
        </p:nvGrpSpPr>
        <p:grpSpPr>
          <a:xfrm>
            <a:off x="4126924" y="4023330"/>
            <a:ext cx="355154" cy="293361"/>
            <a:chOff x="5268225" y="4341925"/>
            <a:chExt cx="468850" cy="387275"/>
          </a:xfrm>
        </p:grpSpPr>
        <p:sp>
          <p:nvSpPr>
            <p:cNvPr id="772" name="Google Shape;772;p37"/>
            <p:cNvSpPr/>
            <p:nvPr/>
          </p:nvSpPr>
          <p:spPr>
            <a:xfrm>
              <a:off x="5652425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7"/>
            <p:cNvSpPr/>
            <p:nvPr/>
          </p:nvSpPr>
          <p:spPr>
            <a:xfrm>
              <a:off x="5287100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7"/>
            <p:cNvSpPr/>
            <p:nvPr/>
          </p:nvSpPr>
          <p:spPr>
            <a:xfrm>
              <a:off x="5268225" y="4341925"/>
              <a:ext cx="468850" cy="333075"/>
            </a:xfrm>
            <a:custGeom>
              <a:rect b="b" l="l" r="r" t="t"/>
              <a:pathLst>
                <a:path extrusionOk="0" fill="none" h="13323" w="18754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7"/>
            <p:cNvSpPr/>
            <p:nvPr/>
          </p:nvSpPr>
          <p:spPr>
            <a:xfrm>
              <a:off x="5351025" y="4375400"/>
              <a:ext cx="303250" cy="149825"/>
            </a:xfrm>
            <a:custGeom>
              <a:rect b="b" l="l" r="r" t="t"/>
              <a:pathLst>
                <a:path extrusionOk="0" fill="none" h="5993" w="1213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7"/>
            <p:cNvSpPr/>
            <p:nvPr/>
          </p:nvSpPr>
          <p:spPr>
            <a:xfrm>
              <a:off x="532667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7"/>
            <p:cNvSpPr/>
            <p:nvPr/>
          </p:nvSpPr>
          <p:spPr>
            <a:xfrm>
              <a:off x="5447225" y="4615925"/>
              <a:ext cx="110850" cy="25"/>
            </a:xfrm>
            <a:custGeom>
              <a:rect b="b" l="l" r="r" t="t"/>
              <a:pathLst>
                <a:path extrusionOk="0" fill="none" h="1" w="4434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7"/>
            <p:cNvSpPr/>
            <p:nvPr/>
          </p:nvSpPr>
          <p:spPr>
            <a:xfrm>
              <a:off x="5439925" y="4589125"/>
              <a:ext cx="125450" cy="25"/>
            </a:xfrm>
            <a:custGeom>
              <a:rect b="b" l="l" r="r" t="t"/>
              <a:pathLst>
                <a:path extrusionOk="0" fill="none" h="1" w="5018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7"/>
            <p:cNvSpPr/>
            <p:nvPr/>
          </p:nvSpPr>
          <p:spPr>
            <a:xfrm>
              <a:off x="559762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0" name="Google Shape;780;p37"/>
          <p:cNvGrpSpPr/>
          <p:nvPr/>
        </p:nvGrpSpPr>
        <p:grpSpPr>
          <a:xfrm>
            <a:off x="4654106" y="4014108"/>
            <a:ext cx="319173" cy="319173"/>
            <a:chOff x="5964175" y="4329750"/>
            <a:chExt cx="421350" cy="421350"/>
          </a:xfrm>
        </p:grpSpPr>
        <p:sp>
          <p:nvSpPr>
            <p:cNvPr id="781" name="Google Shape;781;p37"/>
            <p:cNvSpPr/>
            <p:nvPr/>
          </p:nvSpPr>
          <p:spPr>
            <a:xfrm>
              <a:off x="5964175" y="4329750"/>
              <a:ext cx="421350" cy="421350"/>
            </a:xfrm>
            <a:custGeom>
              <a:rect b="b" l="l" r="r" t="t"/>
              <a:pathLst>
                <a:path extrusionOk="0" fill="none" h="16854" w="16854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7"/>
            <p:cNvSpPr/>
            <p:nvPr/>
          </p:nvSpPr>
          <p:spPr>
            <a:xfrm>
              <a:off x="6322800" y="4360800"/>
              <a:ext cx="31675" cy="30475"/>
            </a:xfrm>
            <a:custGeom>
              <a:rect b="b" l="l" r="r" t="t"/>
              <a:pathLst>
                <a:path extrusionOk="0" fill="none" h="1219" w="1267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3" name="Google Shape;783;p37"/>
          <p:cNvGrpSpPr/>
          <p:nvPr/>
        </p:nvGrpSpPr>
        <p:grpSpPr>
          <a:xfrm>
            <a:off x="1081471" y="4523299"/>
            <a:ext cx="335800" cy="324721"/>
            <a:chOff x="1247825" y="5001950"/>
            <a:chExt cx="443300" cy="428675"/>
          </a:xfrm>
        </p:grpSpPr>
        <p:sp>
          <p:nvSpPr>
            <p:cNvPr id="784" name="Google Shape;784;p37"/>
            <p:cNvSpPr/>
            <p:nvPr/>
          </p:nvSpPr>
          <p:spPr>
            <a:xfrm>
              <a:off x="1247825" y="5168175"/>
              <a:ext cx="373875" cy="221650"/>
            </a:xfrm>
            <a:custGeom>
              <a:rect b="b" l="l" r="r" t="t"/>
              <a:pathLst>
                <a:path extrusionOk="0" fill="none" h="8866" w="14955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7"/>
            <p:cNvSpPr/>
            <p:nvPr/>
          </p:nvSpPr>
          <p:spPr>
            <a:xfrm>
              <a:off x="1275850" y="5209575"/>
              <a:ext cx="60900" cy="87075"/>
            </a:xfrm>
            <a:custGeom>
              <a:rect b="b" l="l" r="r" t="t"/>
              <a:pathLst>
                <a:path extrusionOk="0" fill="none" h="3483" w="2436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7"/>
            <p:cNvSpPr/>
            <p:nvPr/>
          </p:nvSpPr>
          <p:spPr>
            <a:xfrm>
              <a:off x="1247825" y="5391625"/>
              <a:ext cx="443300" cy="39000"/>
            </a:xfrm>
            <a:custGeom>
              <a:rect b="b" l="l" r="r" t="t"/>
              <a:pathLst>
                <a:path extrusionOk="0" fill="none" h="1560" w="17732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7"/>
            <p:cNvSpPr/>
            <p:nvPr/>
          </p:nvSpPr>
          <p:spPr>
            <a:xfrm>
              <a:off x="14548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7"/>
            <p:cNvSpPr/>
            <p:nvPr/>
          </p:nvSpPr>
          <p:spPr>
            <a:xfrm>
              <a:off x="1411025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7"/>
            <p:cNvSpPr/>
            <p:nvPr/>
          </p:nvSpPr>
          <p:spPr>
            <a:xfrm>
              <a:off x="1498700" y="5001950"/>
              <a:ext cx="16450" cy="114475"/>
            </a:xfrm>
            <a:custGeom>
              <a:rect b="b" l="l" r="r" t="t"/>
              <a:pathLst>
                <a:path extrusionOk="0" fill="none" h="4579" w="658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37"/>
          <p:cNvGrpSpPr/>
          <p:nvPr/>
        </p:nvGrpSpPr>
        <p:grpSpPr>
          <a:xfrm>
            <a:off x="1620640" y="4507146"/>
            <a:ext cx="275844" cy="351480"/>
            <a:chOff x="1959600" y="4980625"/>
            <a:chExt cx="364150" cy="464000"/>
          </a:xfrm>
        </p:grpSpPr>
        <p:sp>
          <p:nvSpPr>
            <p:cNvPr id="791" name="Google Shape;791;p37"/>
            <p:cNvSpPr/>
            <p:nvPr/>
          </p:nvSpPr>
          <p:spPr>
            <a:xfrm>
              <a:off x="1959600" y="4980625"/>
              <a:ext cx="364150" cy="239325"/>
            </a:xfrm>
            <a:custGeom>
              <a:rect b="b" l="l" r="r" t="t"/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7"/>
            <p:cNvSpPr/>
            <p:nvPr/>
          </p:nvSpPr>
          <p:spPr>
            <a:xfrm>
              <a:off x="2053375" y="5121275"/>
              <a:ext cx="176600" cy="25"/>
            </a:xfrm>
            <a:custGeom>
              <a:rect b="b" l="l" r="r" t="t"/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7"/>
            <p:cNvSpPr/>
            <p:nvPr/>
          </p:nvSpPr>
          <p:spPr>
            <a:xfrm>
              <a:off x="2104525" y="5121275"/>
              <a:ext cx="74300" cy="323350"/>
            </a:xfrm>
            <a:custGeom>
              <a:rect b="b" l="l" r="r" t="t"/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7"/>
            <p:cNvSpPr/>
            <p:nvPr/>
          </p:nvSpPr>
          <p:spPr>
            <a:xfrm>
              <a:off x="2166625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7"/>
            <p:cNvSpPr/>
            <p:nvPr/>
          </p:nvSpPr>
          <p:spPr>
            <a:xfrm>
              <a:off x="2031450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7"/>
            <p:cNvSpPr/>
            <p:nvPr/>
          </p:nvSpPr>
          <p:spPr>
            <a:xfrm>
              <a:off x="19791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7"/>
            <p:cNvSpPr/>
            <p:nvPr/>
          </p:nvSpPr>
          <p:spPr>
            <a:xfrm>
              <a:off x="21788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8" name="Google Shape;798;p37"/>
          <p:cNvGrpSpPr/>
          <p:nvPr/>
        </p:nvGrpSpPr>
        <p:grpSpPr>
          <a:xfrm>
            <a:off x="2109550" y="4520534"/>
            <a:ext cx="316408" cy="325176"/>
            <a:chOff x="2605025" y="4998300"/>
            <a:chExt cx="417700" cy="429275"/>
          </a:xfrm>
        </p:grpSpPr>
        <p:sp>
          <p:nvSpPr>
            <p:cNvPr id="799" name="Google Shape;799;p37"/>
            <p:cNvSpPr/>
            <p:nvPr/>
          </p:nvSpPr>
          <p:spPr>
            <a:xfrm>
              <a:off x="2819350" y="5216875"/>
              <a:ext cx="202150" cy="210700"/>
            </a:xfrm>
            <a:custGeom>
              <a:rect b="b" l="l" r="r" t="t"/>
              <a:pathLst>
                <a:path extrusionOk="0" fill="none" h="8428" w="8086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7"/>
            <p:cNvSpPr/>
            <p:nvPr/>
          </p:nvSpPr>
          <p:spPr>
            <a:xfrm>
              <a:off x="2606225" y="4998300"/>
              <a:ext cx="203400" cy="207650"/>
            </a:xfrm>
            <a:custGeom>
              <a:rect b="b" l="l" r="r" t="t"/>
              <a:pathLst>
                <a:path extrusionOk="0" fill="none" h="8306" w="8136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7"/>
            <p:cNvSpPr/>
            <p:nvPr/>
          </p:nvSpPr>
          <p:spPr>
            <a:xfrm>
              <a:off x="2605025" y="5003775"/>
              <a:ext cx="417700" cy="417700"/>
            </a:xfrm>
            <a:custGeom>
              <a:rect b="b" l="l" r="r" t="t"/>
              <a:pathLst>
                <a:path extrusionOk="0" fill="none" h="16708" w="16708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37"/>
          <p:cNvGrpSpPr/>
          <p:nvPr/>
        </p:nvGrpSpPr>
        <p:grpSpPr>
          <a:xfrm>
            <a:off x="2587835" y="4523299"/>
            <a:ext cx="378220" cy="315025"/>
            <a:chOff x="3236425" y="5001950"/>
            <a:chExt cx="499300" cy="415875"/>
          </a:xfrm>
        </p:grpSpPr>
        <p:sp>
          <p:nvSpPr>
            <p:cNvPr id="803" name="Google Shape;803;p37"/>
            <p:cNvSpPr/>
            <p:nvPr/>
          </p:nvSpPr>
          <p:spPr>
            <a:xfrm>
              <a:off x="3236425" y="5309425"/>
              <a:ext cx="499300" cy="108400"/>
            </a:xfrm>
            <a:custGeom>
              <a:rect b="b" l="l" r="r" t="t"/>
              <a:pathLst>
                <a:path extrusionOk="0" fill="none" h="4336" w="19972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3294875" y="5330725"/>
              <a:ext cx="382400" cy="25"/>
            </a:xfrm>
            <a:custGeom>
              <a:rect b="b" l="l" r="r" t="t"/>
              <a:pathLst>
                <a:path extrusionOk="0" fill="none" h="1" w="15296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3280250" y="5162675"/>
              <a:ext cx="411625" cy="140075"/>
            </a:xfrm>
            <a:custGeom>
              <a:rect b="b" l="l" r="r" t="t"/>
              <a:pathLst>
                <a:path extrusionOk="0" fill="none" h="5603" w="16465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7"/>
            <p:cNvSpPr/>
            <p:nvPr/>
          </p:nvSpPr>
          <p:spPr>
            <a:xfrm>
              <a:off x="34714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7"/>
            <p:cNvSpPr/>
            <p:nvPr/>
          </p:nvSpPr>
          <p:spPr>
            <a:xfrm>
              <a:off x="342760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7"/>
            <p:cNvSpPr/>
            <p:nvPr/>
          </p:nvSpPr>
          <p:spPr>
            <a:xfrm>
              <a:off x="3515275" y="5001950"/>
              <a:ext cx="16475" cy="114475"/>
            </a:xfrm>
            <a:custGeom>
              <a:rect b="b" l="l" r="r" t="t"/>
              <a:pathLst>
                <a:path extrusionOk="0" fill="none" h="4579" w="659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9" name="Google Shape;809;p37"/>
          <p:cNvGrpSpPr/>
          <p:nvPr/>
        </p:nvGrpSpPr>
        <p:grpSpPr>
          <a:xfrm>
            <a:off x="3142211" y="4507146"/>
            <a:ext cx="287831" cy="342712"/>
            <a:chOff x="3968275" y="4980625"/>
            <a:chExt cx="379975" cy="452425"/>
          </a:xfrm>
        </p:grpSpPr>
        <p:sp>
          <p:nvSpPr>
            <p:cNvPr id="810" name="Google Shape;810;p37"/>
            <p:cNvSpPr/>
            <p:nvPr/>
          </p:nvSpPr>
          <p:spPr>
            <a:xfrm>
              <a:off x="4168000" y="4980625"/>
              <a:ext cx="85875" cy="102325"/>
            </a:xfrm>
            <a:custGeom>
              <a:rect b="b" l="l" r="r" t="t"/>
              <a:pathLst>
                <a:path extrusionOk="0" fill="none" h="4093" w="3435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7"/>
            <p:cNvSpPr/>
            <p:nvPr/>
          </p:nvSpPr>
          <p:spPr>
            <a:xfrm>
              <a:off x="3968275" y="5043350"/>
              <a:ext cx="379975" cy="389700"/>
            </a:xfrm>
            <a:custGeom>
              <a:rect b="b" l="l" r="r" t="t"/>
              <a:pathLst>
                <a:path extrusionOk="0" fill="none" h="15588" w="15199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7"/>
            <p:cNvSpPr/>
            <p:nvPr/>
          </p:nvSpPr>
          <p:spPr>
            <a:xfrm>
              <a:off x="4031000" y="5150500"/>
              <a:ext cx="54200" cy="61525"/>
            </a:xfrm>
            <a:custGeom>
              <a:rect b="b" l="l" r="r" t="t"/>
              <a:pathLst>
                <a:path extrusionOk="0" fill="none" h="2461" w="2168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3" name="Google Shape;813;p37"/>
          <p:cNvGrpSpPr/>
          <p:nvPr/>
        </p:nvGrpSpPr>
        <p:grpSpPr>
          <a:xfrm>
            <a:off x="4634259" y="4583710"/>
            <a:ext cx="364395" cy="198351"/>
            <a:chOff x="5937975" y="5081700"/>
            <a:chExt cx="481050" cy="261850"/>
          </a:xfrm>
        </p:grpSpPr>
        <p:sp>
          <p:nvSpPr>
            <p:cNvPr id="814" name="Google Shape;814;p37"/>
            <p:cNvSpPr/>
            <p:nvPr/>
          </p:nvSpPr>
          <p:spPr>
            <a:xfrm>
              <a:off x="6104200" y="5081700"/>
              <a:ext cx="314825" cy="215575"/>
            </a:xfrm>
            <a:custGeom>
              <a:rect b="b" l="l" r="r" t="t"/>
              <a:pathLst>
                <a:path extrusionOk="0" fill="none" h="8623" w="12593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7"/>
            <p:cNvSpPr/>
            <p:nvPr/>
          </p:nvSpPr>
          <p:spPr>
            <a:xfrm>
              <a:off x="5937975" y="5210175"/>
              <a:ext cx="333700" cy="133375"/>
            </a:xfrm>
            <a:custGeom>
              <a:rect b="b" l="l" r="r" t="t"/>
              <a:pathLst>
                <a:path extrusionOk="0" fill="none" h="5335" w="13348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7"/>
            <p:cNvSpPr/>
            <p:nvPr/>
          </p:nvSpPr>
          <p:spPr>
            <a:xfrm>
              <a:off x="6352025" y="5109100"/>
              <a:ext cx="19500" cy="18900"/>
            </a:xfrm>
            <a:custGeom>
              <a:rect b="b" l="l" r="r" t="t"/>
              <a:pathLst>
                <a:path extrusionOk="0" h="756" w="78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Google Shape;817;p37"/>
          <p:cNvGrpSpPr/>
          <p:nvPr/>
        </p:nvGrpSpPr>
        <p:grpSpPr>
          <a:xfrm>
            <a:off x="5191419" y="4545437"/>
            <a:ext cx="261527" cy="300728"/>
            <a:chOff x="6673500" y="5031175"/>
            <a:chExt cx="345250" cy="397000"/>
          </a:xfrm>
        </p:grpSpPr>
        <p:sp>
          <p:nvSpPr>
            <p:cNvPr id="818" name="Google Shape;818;p37"/>
            <p:cNvSpPr/>
            <p:nvPr/>
          </p:nvSpPr>
          <p:spPr>
            <a:xfrm>
              <a:off x="6731950" y="5031175"/>
              <a:ext cx="105375" cy="147375"/>
            </a:xfrm>
            <a:custGeom>
              <a:rect b="b" l="l" r="r" t="t"/>
              <a:pathLst>
                <a:path extrusionOk="0" fill="none" h="5895" w="4215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7"/>
            <p:cNvSpPr/>
            <p:nvPr/>
          </p:nvSpPr>
          <p:spPr>
            <a:xfrm>
              <a:off x="6673500" y="5146850"/>
              <a:ext cx="84050" cy="116925"/>
            </a:xfrm>
            <a:custGeom>
              <a:rect b="b" l="l" r="r" t="t"/>
              <a:pathLst>
                <a:path extrusionOk="0" fill="none" h="4677" w="3362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7"/>
            <p:cNvSpPr/>
            <p:nvPr/>
          </p:nvSpPr>
          <p:spPr>
            <a:xfrm>
              <a:off x="6859225" y="5033600"/>
              <a:ext cx="105350" cy="144950"/>
            </a:xfrm>
            <a:custGeom>
              <a:rect b="b" l="l" r="r" t="t"/>
              <a:pathLst>
                <a:path extrusionOk="0" fill="none" h="5798" w="4214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7"/>
            <p:cNvSpPr/>
            <p:nvPr/>
          </p:nvSpPr>
          <p:spPr>
            <a:xfrm>
              <a:off x="6931675" y="5150500"/>
              <a:ext cx="87075" cy="115725"/>
            </a:xfrm>
            <a:custGeom>
              <a:rect b="b" l="l" r="r" t="t"/>
              <a:pathLst>
                <a:path extrusionOk="0" fill="none" h="4629" w="3483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7"/>
            <p:cNvSpPr/>
            <p:nvPr/>
          </p:nvSpPr>
          <p:spPr>
            <a:xfrm>
              <a:off x="6715525" y="5180350"/>
              <a:ext cx="263050" cy="247825"/>
            </a:xfrm>
            <a:custGeom>
              <a:rect b="b" l="l" r="r" t="t"/>
              <a:pathLst>
                <a:path extrusionOk="0" fill="none" h="9913" w="10522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3" name="Google Shape;823;p37"/>
          <p:cNvGrpSpPr/>
          <p:nvPr/>
        </p:nvGrpSpPr>
        <p:grpSpPr>
          <a:xfrm>
            <a:off x="3111324" y="962652"/>
            <a:ext cx="349624" cy="311806"/>
            <a:chOff x="3927500" y="301425"/>
            <a:chExt cx="461550" cy="411625"/>
          </a:xfrm>
        </p:grpSpPr>
        <p:sp>
          <p:nvSpPr>
            <p:cNvPr id="824" name="Google Shape;824;p37"/>
            <p:cNvSpPr/>
            <p:nvPr/>
          </p:nvSpPr>
          <p:spPr>
            <a:xfrm>
              <a:off x="4080925" y="302050"/>
              <a:ext cx="154075" cy="411000"/>
            </a:xfrm>
            <a:custGeom>
              <a:rect b="b" l="l" r="r" t="t"/>
              <a:pathLst>
                <a:path extrusionOk="0" fill="none" h="16440" w="6163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7"/>
            <p:cNvSpPr/>
            <p:nvPr/>
          </p:nvSpPr>
          <p:spPr>
            <a:xfrm>
              <a:off x="3927500" y="301425"/>
              <a:ext cx="153450" cy="406150"/>
            </a:xfrm>
            <a:custGeom>
              <a:rect b="b" l="l" r="r" t="t"/>
              <a:pathLst>
                <a:path extrusionOk="0" fill="none" h="16246" w="6138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7"/>
            <p:cNvSpPr/>
            <p:nvPr/>
          </p:nvSpPr>
          <p:spPr>
            <a:xfrm>
              <a:off x="4234975" y="306925"/>
              <a:ext cx="154075" cy="405525"/>
            </a:xfrm>
            <a:custGeom>
              <a:rect b="b" l="l" r="r" t="t"/>
              <a:pathLst>
                <a:path extrusionOk="0" fill="none" h="16221" w="6163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7"/>
            <p:cNvSpPr/>
            <p:nvPr/>
          </p:nvSpPr>
          <p:spPr>
            <a:xfrm>
              <a:off x="4295850" y="442075"/>
              <a:ext cx="46300" cy="26225"/>
            </a:xfrm>
            <a:custGeom>
              <a:rect b="b" l="l" r="r" t="t"/>
              <a:pathLst>
                <a:path extrusionOk="0" fill="none" h="1049" w="1852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7"/>
            <p:cNvSpPr/>
            <p:nvPr/>
          </p:nvSpPr>
          <p:spPr>
            <a:xfrm>
              <a:off x="4296475" y="415900"/>
              <a:ext cx="45075" cy="78575"/>
            </a:xfrm>
            <a:custGeom>
              <a:rect b="b" l="l" r="r" t="t"/>
              <a:pathLst>
                <a:path extrusionOk="0" fill="none" h="3143" w="1803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7"/>
            <p:cNvSpPr/>
            <p:nvPr/>
          </p:nvSpPr>
          <p:spPr>
            <a:xfrm>
              <a:off x="3968275" y="590050"/>
              <a:ext cx="25" cy="6100"/>
            </a:xfrm>
            <a:custGeom>
              <a:rect b="b" l="l" r="r" t="t"/>
              <a:pathLst>
                <a:path extrusionOk="0" fill="none" h="244" w="1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7"/>
            <p:cNvSpPr/>
            <p:nvPr/>
          </p:nvSpPr>
          <p:spPr>
            <a:xfrm>
              <a:off x="3970725" y="558375"/>
              <a:ext cx="1850" cy="12200"/>
            </a:xfrm>
            <a:custGeom>
              <a:rect b="b" l="l" r="r" t="t"/>
              <a:pathLst>
                <a:path extrusionOk="0" fill="none" h="488" w="74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7"/>
            <p:cNvSpPr/>
            <p:nvPr/>
          </p:nvSpPr>
          <p:spPr>
            <a:xfrm>
              <a:off x="3976200" y="527325"/>
              <a:ext cx="3675" cy="12200"/>
            </a:xfrm>
            <a:custGeom>
              <a:rect b="b" l="l" r="r" t="t"/>
              <a:pathLst>
                <a:path extrusionOk="0" fill="none" h="488" w="147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7"/>
            <p:cNvSpPr/>
            <p:nvPr/>
          </p:nvSpPr>
          <p:spPr>
            <a:xfrm>
              <a:off x="3985950" y="498100"/>
              <a:ext cx="4875" cy="10975"/>
            </a:xfrm>
            <a:custGeom>
              <a:rect b="b" l="l" r="r" t="t"/>
              <a:pathLst>
                <a:path extrusionOk="0" fill="none" h="439" w="195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7"/>
            <p:cNvSpPr/>
            <p:nvPr/>
          </p:nvSpPr>
          <p:spPr>
            <a:xfrm>
              <a:off x="4000550" y="471300"/>
              <a:ext cx="7325" cy="9775"/>
            </a:xfrm>
            <a:custGeom>
              <a:rect b="b" l="l" r="r" t="t"/>
              <a:pathLst>
                <a:path extrusionOk="0" fill="none" h="391" w="293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7"/>
            <p:cNvSpPr/>
            <p:nvPr/>
          </p:nvSpPr>
          <p:spPr>
            <a:xfrm>
              <a:off x="4021250" y="450600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7"/>
            <p:cNvSpPr/>
            <p:nvPr/>
          </p:nvSpPr>
          <p:spPr>
            <a:xfrm>
              <a:off x="4049250" y="440250"/>
              <a:ext cx="11600" cy="2475"/>
            </a:xfrm>
            <a:custGeom>
              <a:rect b="b" l="l" r="r" t="t"/>
              <a:pathLst>
                <a:path extrusionOk="0" fill="none" h="99" w="464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7"/>
            <p:cNvSpPr/>
            <p:nvPr/>
          </p:nvSpPr>
          <p:spPr>
            <a:xfrm>
              <a:off x="4080325" y="439650"/>
              <a:ext cx="12200" cy="1850"/>
            </a:xfrm>
            <a:custGeom>
              <a:rect b="b" l="l" r="r" t="t"/>
              <a:pathLst>
                <a:path extrusionOk="0" fill="none" h="74" w="488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7"/>
            <p:cNvSpPr/>
            <p:nvPr/>
          </p:nvSpPr>
          <p:spPr>
            <a:xfrm>
              <a:off x="4110150" y="450000"/>
              <a:ext cx="9150" cy="7950"/>
            </a:xfrm>
            <a:custGeom>
              <a:rect b="b" l="l" r="r" t="t"/>
              <a:pathLst>
                <a:path extrusionOk="0" fill="none" h="318" w="366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7"/>
            <p:cNvSpPr/>
            <p:nvPr/>
          </p:nvSpPr>
          <p:spPr>
            <a:xfrm>
              <a:off x="4130250" y="473750"/>
              <a:ext cx="4900" cy="10975"/>
            </a:xfrm>
            <a:custGeom>
              <a:rect b="b" l="l" r="r" t="t"/>
              <a:pathLst>
                <a:path extrusionOk="0" fill="none" h="439" w="196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7"/>
            <p:cNvSpPr/>
            <p:nvPr/>
          </p:nvSpPr>
          <p:spPr>
            <a:xfrm>
              <a:off x="4141800" y="502975"/>
              <a:ext cx="3700" cy="11600"/>
            </a:xfrm>
            <a:custGeom>
              <a:rect b="b" l="l" r="r" t="t"/>
              <a:pathLst>
                <a:path extrusionOk="0" fill="none" h="464" w="148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7"/>
            <p:cNvSpPr/>
            <p:nvPr/>
          </p:nvSpPr>
          <p:spPr>
            <a:xfrm>
              <a:off x="4150950" y="533425"/>
              <a:ext cx="3675" cy="11575"/>
            </a:xfrm>
            <a:custGeom>
              <a:rect b="b" l="l" r="r" t="t"/>
              <a:pathLst>
                <a:path extrusionOk="0" fill="none" h="463" w="147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7"/>
            <p:cNvSpPr/>
            <p:nvPr/>
          </p:nvSpPr>
          <p:spPr>
            <a:xfrm>
              <a:off x="4160675" y="563850"/>
              <a:ext cx="4900" cy="11000"/>
            </a:xfrm>
            <a:custGeom>
              <a:rect b="b" l="l" r="r" t="t"/>
              <a:pathLst>
                <a:path extrusionOk="0" fill="none" h="440" w="196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7"/>
            <p:cNvSpPr/>
            <p:nvPr/>
          </p:nvSpPr>
          <p:spPr>
            <a:xfrm>
              <a:off x="4175300" y="591875"/>
              <a:ext cx="7325" cy="9150"/>
            </a:xfrm>
            <a:custGeom>
              <a:rect b="b" l="l" r="r" t="t"/>
              <a:pathLst>
                <a:path extrusionOk="0" fill="none" h="366" w="293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7"/>
            <p:cNvSpPr/>
            <p:nvPr/>
          </p:nvSpPr>
          <p:spPr>
            <a:xfrm>
              <a:off x="4198425" y="613175"/>
              <a:ext cx="11000" cy="4900"/>
            </a:xfrm>
            <a:custGeom>
              <a:rect b="b" l="l" r="r" t="t"/>
              <a:pathLst>
                <a:path extrusionOk="0" fill="none" h="196" w="44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7"/>
            <p:cNvSpPr/>
            <p:nvPr/>
          </p:nvSpPr>
          <p:spPr>
            <a:xfrm>
              <a:off x="4228275" y="621100"/>
              <a:ext cx="12200" cy="625"/>
            </a:xfrm>
            <a:custGeom>
              <a:rect b="b" l="l" r="r" t="t"/>
              <a:pathLst>
                <a:path extrusionOk="0" fill="none" h="25" w="488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7"/>
            <p:cNvSpPr/>
            <p:nvPr/>
          </p:nvSpPr>
          <p:spPr>
            <a:xfrm>
              <a:off x="4259925" y="616225"/>
              <a:ext cx="11600" cy="3075"/>
            </a:xfrm>
            <a:custGeom>
              <a:rect b="b" l="l" r="r" t="t"/>
              <a:pathLst>
                <a:path extrusionOk="0" fill="none" h="123" w="464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7"/>
            <p:cNvSpPr/>
            <p:nvPr/>
          </p:nvSpPr>
          <p:spPr>
            <a:xfrm>
              <a:off x="4289775" y="602225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7"/>
            <p:cNvSpPr/>
            <p:nvPr/>
          </p:nvSpPr>
          <p:spPr>
            <a:xfrm>
              <a:off x="4313525" y="577875"/>
              <a:ext cx="6100" cy="10375"/>
            </a:xfrm>
            <a:custGeom>
              <a:rect b="b" l="l" r="r" t="t"/>
              <a:pathLst>
                <a:path extrusionOk="0" fill="none" h="415" w="244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7"/>
            <p:cNvSpPr/>
            <p:nvPr/>
          </p:nvSpPr>
          <p:spPr>
            <a:xfrm>
              <a:off x="4326300" y="547425"/>
              <a:ext cx="2450" cy="12200"/>
            </a:xfrm>
            <a:custGeom>
              <a:rect b="b" l="l" r="r" t="t"/>
              <a:pathLst>
                <a:path extrusionOk="0" fill="none" h="488" w="98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7"/>
            <p:cNvSpPr/>
            <p:nvPr/>
          </p:nvSpPr>
          <p:spPr>
            <a:xfrm>
              <a:off x="4329350" y="515750"/>
              <a:ext cx="625" cy="12200"/>
            </a:xfrm>
            <a:custGeom>
              <a:rect b="b" l="l" r="r" t="t"/>
              <a:pathLst>
                <a:path extrusionOk="0" fill="none" h="488" w="25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7"/>
            <p:cNvSpPr/>
            <p:nvPr/>
          </p:nvSpPr>
          <p:spPr>
            <a:xfrm>
              <a:off x="4325075" y="488975"/>
              <a:ext cx="1250" cy="6100"/>
            </a:xfrm>
            <a:custGeom>
              <a:rect b="b" l="l" r="r" t="t"/>
              <a:pathLst>
                <a:path extrusionOk="0" fill="none" h="244" w="5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37"/>
          <p:cNvGrpSpPr/>
          <p:nvPr/>
        </p:nvGrpSpPr>
        <p:grpSpPr>
          <a:xfrm>
            <a:off x="5172974" y="968655"/>
            <a:ext cx="299818" cy="299818"/>
            <a:chOff x="6649150" y="309350"/>
            <a:chExt cx="395800" cy="395800"/>
          </a:xfrm>
        </p:grpSpPr>
        <p:sp>
          <p:nvSpPr>
            <p:cNvPr id="852" name="Google Shape;852;p37"/>
            <p:cNvSpPr/>
            <p:nvPr/>
          </p:nvSpPr>
          <p:spPr>
            <a:xfrm>
              <a:off x="6649150" y="309350"/>
              <a:ext cx="395800" cy="395800"/>
            </a:xfrm>
            <a:custGeom>
              <a:rect b="b" l="l" r="r" t="t"/>
              <a:pathLst>
                <a:path extrusionOk="0" fill="none" h="15832" w="15832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7"/>
            <p:cNvSpPr/>
            <p:nvPr/>
          </p:nvSpPr>
          <p:spPr>
            <a:xfrm>
              <a:off x="6673500" y="333700"/>
              <a:ext cx="347100" cy="347100"/>
            </a:xfrm>
            <a:custGeom>
              <a:rect b="b" l="l" r="r" t="t"/>
              <a:pathLst>
                <a:path extrusionOk="0" fill="none" h="13884" w="13884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7"/>
            <p:cNvSpPr/>
            <p:nvPr/>
          </p:nvSpPr>
          <p:spPr>
            <a:xfrm>
              <a:off x="6848850" y="397625"/>
              <a:ext cx="54825" cy="169300"/>
            </a:xfrm>
            <a:custGeom>
              <a:rect b="b" l="l" r="r" t="t"/>
              <a:pathLst>
                <a:path extrusionOk="0" fill="none" h="6772" w="2193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7"/>
            <p:cNvSpPr/>
            <p:nvPr/>
          </p:nvSpPr>
          <p:spPr>
            <a:xfrm>
              <a:off x="6847025" y="33370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7"/>
            <p:cNvSpPr/>
            <p:nvPr/>
          </p:nvSpPr>
          <p:spPr>
            <a:xfrm>
              <a:off x="6760575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7"/>
            <p:cNvSpPr/>
            <p:nvPr/>
          </p:nvSpPr>
          <p:spPr>
            <a:xfrm>
              <a:off x="6760575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7"/>
            <p:cNvSpPr/>
            <p:nvPr/>
          </p:nvSpPr>
          <p:spPr>
            <a:xfrm>
              <a:off x="6696650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7"/>
            <p:cNvSpPr/>
            <p:nvPr/>
          </p:nvSpPr>
          <p:spPr>
            <a:xfrm>
              <a:off x="6696650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7"/>
            <p:cNvSpPr/>
            <p:nvPr/>
          </p:nvSpPr>
          <p:spPr>
            <a:xfrm>
              <a:off x="667350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7"/>
            <p:cNvSpPr/>
            <p:nvPr/>
          </p:nvSpPr>
          <p:spPr>
            <a:xfrm>
              <a:off x="6696650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7"/>
            <p:cNvSpPr/>
            <p:nvPr/>
          </p:nvSpPr>
          <p:spPr>
            <a:xfrm>
              <a:off x="6696650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7"/>
            <p:cNvSpPr/>
            <p:nvPr/>
          </p:nvSpPr>
          <p:spPr>
            <a:xfrm>
              <a:off x="6760575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7"/>
            <p:cNvSpPr/>
            <p:nvPr/>
          </p:nvSpPr>
          <p:spPr>
            <a:xfrm>
              <a:off x="6760575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7"/>
            <p:cNvSpPr/>
            <p:nvPr/>
          </p:nvSpPr>
          <p:spPr>
            <a:xfrm>
              <a:off x="6847025" y="65155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7"/>
            <p:cNvSpPr/>
            <p:nvPr/>
          </p:nvSpPr>
          <p:spPr>
            <a:xfrm>
              <a:off x="6919500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7"/>
            <p:cNvSpPr/>
            <p:nvPr/>
          </p:nvSpPr>
          <p:spPr>
            <a:xfrm>
              <a:off x="6933500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7"/>
            <p:cNvSpPr/>
            <p:nvPr/>
          </p:nvSpPr>
          <p:spPr>
            <a:xfrm>
              <a:off x="6972475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7"/>
            <p:cNvSpPr/>
            <p:nvPr/>
          </p:nvSpPr>
          <p:spPr>
            <a:xfrm>
              <a:off x="6997425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7"/>
            <p:cNvSpPr/>
            <p:nvPr/>
          </p:nvSpPr>
          <p:spPr>
            <a:xfrm>
              <a:off x="699135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7"/>
            <p:cNvSpPr/>
            <p:nvPr/>
          </p:nvSpPr>
          <p:spPr>
            <a:xfrm>
              <a:off x="6972475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7"/>
            <p:cNvSpPr/>
            <p:nvPr/>
          </p:nvSpPr>
          <p:spPr>
            <a:xfrm>
              <a:off x="6997425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7"/>
            <p:cNvSpPr/>
            <p:nvPr/>
          </p:nvSpPr>
          <p:spPr>
            <a:xfrm>
              <a:off x="6919500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7"/>
            <p:cNvSpPr/>
            <p:nvPr/>
          </p:nvSpPr>
          <p:spPr>
            <a:xfrm>
              <a:off x="6933500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37"/>
          <p:cNvGrpSpPr/>
          <p:nvPr/>
        </p:nvGrpSpPr>
        <p:grpSpPr>
          <a:xfrm>
            <a:off x="4661472" y="975567"/>
            <a:ext cx="304439" cy="288286"/>
            <a:chOff x="5973900" y="318475"/>
            <a:chExt cx="401900" cy="380575"/>
          </a:xfrm>
        </p:grpSpPr>
        <p:sp>
          <p:nvSpPr>
            <p:cNvPr id="876" name="Google Shape;876;p37"/>
            <p:cNvSpPr/>
            <p:nvPr/>
          </p:nvSpPr>
          <p:spPr>
            <a:xfrm>
              <a:off x="5973900" y="337975"/>
              <a:ext cx="401900" cy="67000"/>
            </a:xfrm>
            <a:custGeom>
              <a:rect b="b" l="l" r="r" t="t"/>
              <a:pathLst>
                <a:path extrusionOk="0" fill="none" h="2680" w="16076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7"/>
            <p:cNvSpPr/>
            <p:nvPr/>
          </p:nvSpPr>
          <p:spPr>
            <a:xfrm>
              <a:off x="6024450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7"/>
            <p:cNvSpPr/>
            <p:nvPr/>
          </p:nvSpPr>
          <p:spPr>
            <a:xfrm>
              <a:off x="6280175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7"/>
            <p:cNvSpPr/>
            <p:nvPr/>
          </p:nvSpPr>
          <p:spPr>
            <a:xfrm>
              <a:off x="5973900" y="667375"/>
              <a:ext cx="401900" cy="31675"/>
            </a:xfrm>
            <a:custGeom>
              <a:rect b="b" l="l" r="r" t="t"/>
              <a:pathLst>
                <a:path extrusionOk="0" fill="none" h="1267" w="1607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7"/>
            <p:cNvSpPr/>
            <p:nvPr/>
          </p:nvSpPr>
          <p:spPr>
            <a:xfrm>
              <a:off x="6302700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7"/>
            <p:cNvSpPr/>
            <p:nvPr/>
          </p:nvSpPr>
          <p:spPr>
            <a:xfrm>
              <a:off x="6046975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7"/>
            <p:cNvSpPr/>
            <p:nvPr/>
          </p:nvSpPr>
          <p:spPr>
            <a:xfrm>
              <a:off x="5973900" y="407375"/>
              <a:ext cx="401900" cy="272200"/>
            </a:xfrm>
            <a:custGeom>
              <a:rect b="b" l="l" r="r" t="t"/>
              <a:pathLst>
                <a:path extrusionOk="0" fill="none" h="10888" w="16076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7"/>
            <p:cNvSpPr/>
            <p:nvPr/>
          </p:nvSpPr>
          <p:spPr>
            <a:xfrm>
              <a:off x="6024450" y="456100"/>
              <a:ext cx="300800" cy="175375"/>
            </a:xfrm>
            <a:custGeom>
              <a:rect b="b" l="l" r="r" t="t"/>
              <a:pathLst>
                <a:path extrusionOk="0" fill="none" h="7015" w="12032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7"/>
            <p:cNvSpPr/>
            <p:nvPr/>
          </p:nvSpPr>
          <p:spPr>
            <a:xfrm>
              <a:off x="6024450" y="57300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7"/>
            <p:cNvSpPr/>
            <p:nvPr/>
          </p:nvSpPr>
          <p:spPr>
            <a:xfrm>
              <a:off x="6024450" y="51455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7"/>
            <p:cNvSpPr/>
            <p:nvPr/>
          </p:nvSpPr>
          <p:spPr>
            <a:xfrm>
              <a:off x="626495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7"/>
            <p:cNvSpPr/>
            <p:nvPr/>
          </p:nvSpPr>
          <p:spPr>
            <a:xfrm>
              <a:off x="620467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7"/>
            <p:cNvSpPr/>
            <p:nvPr/>
          </p:nvSpPr>
          <p:spPr>
            <a:xfrm>
              <a:off x="614500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7"/>
            <p:cNvSpPr/>
            <p:nvPr/>
          </p:nvSpPr>
          <p:spPr>
            <a:xfrm>
              <a:off x="608472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37"/>
          <p:cNvGrpSpPr/>
          <p:nvPr/>
        </p:nvGrpSpPr>
        <p:grpSpPr>
          <a:xfrm>
            <a:off x="1097170" y="1438172"/>
            <a:ext cx="309022" cy="376837"/>
            <a:chOff x="1268550" y="929175"/>
            <a:chExt cx="407950" cy="497475"/>
          </a:xfrm>
        </p:grpSpPr>
        <p:sp>
          <p:nvSpPr>
            <p:cNvPr id="891" name="Google Shape;891;p37"/>
            <p:cNvSpPr/>
            <p:nvPr/>
          </p:nvSpPr>
          <p:spPr>
            <a:xfrm>
              <a:off x="12685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7"/>
            <p:cNvSpPr/>
            <p:nvPr/>
          </p:nvSpPr>
          <p:spPr>
            <a:xfrm>
              <a:off x="12989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7"/>
            <p:cNvSpPr/>
            <p:nvPr/>
          </p:nvSpPr>
          <p:spPr>
            <a:xfrm>
              <a:off x="15924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4" name="Google Shape;894;p37"/>
          <p:cNvGrpSpPr/>
          <p:nvPr/>
        </p:nvGrpSpPr>
        <p:grpSpPr>
          <a:xfrm>
            <a:off x="5140231" y="1452470"/>
            <a:ext cx="365304" cy="350552"/>
            <a:chOff x="6605925" y="948050"/>
            <a:chExt cx="482250" cy="462775"/>
          </a:xfrm>
        </p:grpSpPr>
        <p:sp>
          <p:nvSpPr>
            <p:cNvPr id="895" name="Google Shape;895;p37"/>
            <p:cNvSpPr/>
            <p:nvPr/>
          </p:nvSpPr>
          <p:spPr>
            <a:xfrm>
              <a:off x="6847025" y="1209875"/>
              <a:ext cx="60325" cy="200950"/>
            </a:xfrm>
            <a:custGeom>
              <a:rect b="b" l="l" r="r" t="t"/>
              <a:pathLst>
                <a:path extrusionOk="0" fill="none" h="8038" w="2413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7"/>
            <p:cNvSpPr/>
            <p:nvPr/>
          </p:nvSpPr>
          <p:spPr>
            <a:xfrm>
              <a:off x="6605925" y="971800"/>
              <a:ext cx="482250" cy="228350"/>
            </a:xfrm>
            <a:custGeom>
              <a:rect b="b" l="l" r="r" t="t"/>
              <a:pathLst>
                <a:path extrusionOk="0" fill="none" h="9134" w="1929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7"/>
            <p:cNvSpPr/>
            <p:nvPr/>
          </p:nvSpPr>
          <p:spPr>
            <a:xfrm>
              <a:off x="6847025" y="948050"/>
              <a:ext cx="25" cy="23775"/>
            </a:xfrm>
            <a:custGeom>
              <a:rect b="b" l="l" r="r" t="t"/>
              <a:pathLst>
                <a:path extrusionOk="0" fill="none" h="951" w="1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7"/>
            <p:cNvSpPr/>
            <p:nvPr/>
          </p:nvSpPr>
          <p:spPr>
            <a:xfrm>
              <a:off x="6847025" y="1001025"/>
              <a:ext cx="25" cy="183900"/>
            </a:xfrm>
            <a:custGeom>
              <a:rect b="b" l="l" r="r" t="t"/>
              <a:pathLst>
                <a:path extrusionOk="0" fill="none" h="7356" w="1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7"/>
            <p:cNvSpPr/>
            <p:nvPr/>
          </p:nvSpPr>
          <p:spPr>
            <a:xfrm>
              <a:off x="6872000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7"/>
            <p:cNvSpPr/>
            <p:nvPr/>
          </p:nvSpPr>
          <p:spPr>
            <a:xfrm>
              <a:off x="6736825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1" name="Google Shape;901;p37"/>
          <p:cNvGrpSpPr/>
          <p:nvPr/>
        </p:nvGrpSpPr>
        <p:grpSpPr>
          <a:xfrm>
            <a:off x="5225564" y="2490681"/>
            <a:ext cx="194640" cy="308587"/>
            <a:chOff x="6718575" y="2318625"/>
            <a:chExt cx="256950" cy="407375"/>
          </a:xfrm>
        </p:grpSpPr>
        <p:sp>
          <p:nvSpPr>
            <p:cNvPr id="902" name="Google Shape;902;p37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7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7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7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7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7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7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7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0" name="Google Shape;910;p37"/>
          <p:cNvGrpSpPr/>
          <p:nvPr/>
        </p:nvGrpSpPr>
        <p:grpSpPr>
          <a:xfrm>
            <a:off x="2613192" y="3055681"/>
            <a:ext cx="327486" cy="199279"/>
            <a:chOff x="3269900" y="3064500"/>
            <a:chExt cx="432325" cy="263075"/>
          </a:xfrm>
        </p:grpSpPr>
        <p:sp>
          <p:nvSpPr>
            <p:cNvPr id="911" name="Google Shape;911;p37"/>
            <p:cNvSpPr/>
            <p:nvPr/>
          </p:nvSpPr>
          <p:spPr>
            <a:xfrm>
              <a:off x="3269900" y="3064500"/>
              <a:ext cx="432325" cy="263075"/>
            </a:xfrm>
            <a:custGeom>
              <a:rect b="b" l="l" r="r" t="t"/>
              <a:pathLst>
                <a:path extrusionOk="0" fill="none" h="10523" w="17293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7"/>
            <p:cNvSpPr/>
            <p:nvPr/>
          </p:nvSpPr>
          <p:spPr>
            <a:xfrm>
              <a:off x="3445875" y="3155825"/>
              <a:ext cx="80400" cy="80400"/>
            </a:xfrm>
            <a:custGeom>
              <a:rect b="b" l="l" r="r" t="t"/>
              <a:pathLst>
                <a:path extrusionOk="0" fill="none" h="3216" w="3216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7"/>
            <p:cNvSpPr/>
            <p:nvPr/>
          </p:nvSpPr>
          <p:spPr>
            <a:xfrm>
              <a:off x="3381925" y="3091900"/>
              <a:ext cx="208275" cy="208275"/>
            </a:xfrm>
            <a:custGeom>
              <a:rect b="b" l="l" r="r" t="t"/>
              <a:pathLst>
                <a:path extrusionOk="0" fill="none" h="8331" w="8331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4" name="Google Shape;914;p37"/>
          <p:cNvGrpSpPr/>
          <p:nvPr/>
        </p:nvGrpSpPr>
        <p:grpSpPr>
          <a:xfrm>
            <a:off x="5203407" y="2994797"/>
            <a:ext cx="238934" cy="335800"/>
            <a:chOff x="6689325" y="2984125"/>
            <a:chExt cx="315425" cy="443300"/>
          </a:xfrm>
        </p:grpSpPr>
        <p:sp>
          <p:nvSpPr>
            <p:cNvPr id="915" name="Google Shape;915;p37"/>
            <p:cNvSpPr/>
            <p:nvPr/>
          </p:nvSpPr>
          <p:spPr>
            <a:xfrm>
              <a:off x="6689325" y="2984125"/>
              <a:ext cx="315425" cy="77975"/>
            </a:xfrm>
            <a:custGeom>
              <a:rect b="b" l="l" r="r" t="t"/>
              <a:pathLst>
                <a:path extrusionOk="0" fill="none" h="3119" w="12617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7"/>
            <p:cNvSpPr/>
            <p:nvPr/>
          </p:nvSpPr>
          <p:spPr>
            <a:xfrm>
              <a:off x="6702125" y="3069375"/>
              <a:ext cx="289850" cy="358050"/>
            </a:xfrm>
            <a:custGeom>
              <a:rect b="b" l="l" r="r" t="t"/>
              <a:pathLst>
                <a:path extrusionOk="0" fill="none" h="14322" w="11594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7"/>
            <p:cNvSpPr/>
            <p:nvPr/>
          </p:nvSpPr>
          <p:spPr>
            <a:xfrm>
              <a:off x="67611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7"/>
            <p:cNvSpPr/>
            <p:nvPr/>
          </p:nvSpPr>
          <p:spPr>
            <a:xfrm>
              <a:off x="684702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7"/>
            <p:cNvSpPr/>
            <p:nvPr/>
          </p:nvSpPr>
          <p:spPr>
            <a:xfrm>
              <a:off x="69328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0" name="Google Shape;920;p37"/>
          <p:cNvGrpSpPr/>
          <p:nvPr/>
        </p:nvGrpSpPr>
        <p:grpSpPr>
          <a:xfrm>
            <a:off x="1642324" y="3981365"/>
            <a:ext cx="231094" cy="373599"/>
            <a:chOff x="1988225" y="4286525"/>
            <a:chExt cx="305075" cy="493200"/>
          </a:xfrm>
        </p:grpSpPr>
        <p:sp>
          <p:nvSpPr>
            <p:cNvPr id="921" name="Google Shape;921;p37"/>
            <p:cNvSpPr/>
            <p:nvPr/>
          </p:nvSpPr>
          <p:spPr>
            <a:xfrm>
              <a:off x="2178800" y="4519725"/>
              <a:ext cx="114500" cy="114475"/>
            </a:xfrm>
            <a:custGeom>
              <a:rect b="b" l="l" r="r" t="t"/>
              <a:pathLst>
                <a:path extrusionOk="0" fill="none" h="4579" w="458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7"/>
            <p:cNvSpPr/>
            <p:nvPr/>
          </p:nvSpPr>
          <p:spPr>
            <a:xfrm>
              <a:off x="1988225" y="45392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7"/>
            <p:cNvSpPr/>
            <p:nvPr/>
          </p:nvSpPr>
          <p:spPr>
            <a:xfrm>
              <a:off x="2042425" y="4286525"/>
              <a:ext cx="239300" cy="236250"/>
            </a:xfrm>
            <a:custGeom>
              <a:rect b="b" l="l" r="r" t="t"/>
              <a:pathLst>
                <a:path extrusionOk="0" fill="none" h="9450" w="9572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7"/>
            <p:cNvSpPr/>
            <p:nvPr/>
          </p:nvSpPr>
          <p:spPr>
            <a:xfrm>
              <a:off x="2161750" y="4522750"/>
              <a:ext cx="25" cy="256975"/>
            </a:xfrm>
            <a:custGeom>
              <a:rect b="b" l="l" r="r" t="t"/>
              <a:pathLst>
                <a:path extrusionOk="0" fill="none" h="10279" w="1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7"/>
            <p:cNvSpPr/>
            <p:nvPr/>
          </p:nvSpPr>
          <p:spPr>
            <a:xfrm>
              <a:off x="2133750" y="4377850"/>
              <a:ext cx="56050" cy="56025"/>
            </a:xfrm>
            <a:custGeom>
              <a:rect b="b" l="l" r="r" t="t"/>
              <a:pathLst>
                <a:path extrusionOk="0" fill="none" h="2241" w="2242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7"/>
            <p:cNvSpPr/>
            <p:nvPr/>
          </p:nvSpPr>
          <p:spPr>
            <a:xfrm>
              <a:off x="2038150" y="45891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7"/>
            <p:cNvSpPr/>
            <p:nvPr/>
          </p:nvSpPr>
          <p:spPr>
            <a:xfrm>
              <a:off x="2194025" y="4564150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8" name="Google Shape;928;p37"/>
          <p:cNvGrpSpPr/>
          <p:nvPr/>
        </p:nvGrpSpPr>
        <p:grpSpPr>
          <a:xfrm>
            <a:off x="2132597" y="4007650"/>
            <a:ext cx="279063" cy="353317"/>
            <a:chOff x="2635450" y="4321225"/>
            <a:chExt cx="368400" cy="466425"/>
          </a:xfrm>
        </p:grpSpPr>
        <p:sp>
          <p:nvSpPr>
            <p:cNvPr id="929" name="Google Shape;929;p37"/>
            <p:cNvSpPr/>
            <p:nvPr/>
          </p:nvSpPr>
          <p:spPr>
            <a:xfrm>
              <a:off x="2635450" y="4653050"/>
              <a:ext cx="368400" cy="134600"/>
            </a:xfrm>
            <a:custGeom>
              <a:rect b="b" l="l" r="r" t="t"/>
              <a:pathLst>
                <a:path extrusionOk="0" fill="none" h="5384" w="14736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7"/>
            <p:cNvSpPr/>
            <p:nvPr/>
          </p:nvSpPr>
          <p:spPr>
            <a:xfrm>
              <a:off x="2819350" y="4321225"/>
              <a:ext cx="25" cy="347075"/>
            </a:xfrm>
            <a:custGeom>
              <a:rect b="b" l="l" r="r" t="t"/>
              <a:pathLst>
                <a:path extrusionOk="0" fill="none" h="13883" w="1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7"/>
            <p:cNvSpPr/>
            <p:nvPr/>
          </p:nvSpPr>
          <p:spPr>
            <a:xfrm>
              <a:off x="2835175" y="4328525"/>
              <a:ext cx="114475" cy="114500"/>
            </a:xfrm>
            <a:custGeom>
              <a:rect b="b" l="l" r="r" t="t"/>
              <a:pathLst>
                <a:path extrusionOk="0" fill="none" h="4580" w="4579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7"/>
            <p:cNvSpPr/>
            <p:nvPr/>
          </p:nvSpPr>
          <p:spPr>
            <a:xfrm>
              <a:off x="2850400" y="4372975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7"/>
            <p:cNvSpPr/>
            <p:nvPr/>
          </p:nvSpPr>
          <p:spPr>
            <a:xfrm>
              <a:off x="2646425" y="44296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7"/>
            <p:cNvSpPr/>
            <p:nvPr/>
          </p:nvSpPr>
          <p:spPr>
            <a:xfrm>
              <a:off x="2696350" y="44795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5" name="Google Shape;935;p37"/>
          <p:cNvGrpSpPr/>
          <p:nvPr/>
        </p:nvGrpSpPr>
        <p:grpSpPr>
          <a:xfrm>
            <a:off x="5168372" y="3998882"/>
            <a:ext cx="309022" cy="345931"/>
            <a:chOff x="6643075" y="4309650"/>
            <a:chExt cx="407950" cy="456675"/>
          </a:xfrm>
        </p:grpSpPr>
        <p:sp>
          <p:nvSpPr>
            <p:cNvPr id="936" name="Google Shape;936;p37"/>
            <p:cNvSpPr/>
            <p:nvPr/>
          </p:nvSpPr>
          <p:spPr>
            <a:xfrm>
              <a:off x="6643075" y="4698125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7"/>
            <p:cNvSpPr/>
            <p:nvPr/>
          </p:nvSpPr>
          <p:spPr>
            <a:xfrm>
              <a:off x="6643075" y="472735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7"/>
            <p:cNvSpPr/>
            <p:nvPr/>
          </p:nvSpPr>
          <p:spPr>
            <a:xfrm>
              <a:off x="6643075" y="475170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7"/>
            <p:cNvSpPr/>
            <p:nvPr/>
          </p:nvSpPr>
          <p:spPr>
            <a:xfrm>
              <a:off x="6672900" y="4309650"/>
              <a:ext cx="348900" cy="376300"/>
            </a:xfrm>
            <a:custGeom>
              <a:rect b="b" l="l" r="r" t="t"/>
              <a:pathLst>
                <a:path extrusionOk="0" fill="none" h="15052" w="13956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7"/>
            <p:cNvSpPr/>
            <p:nvPr/>
          </p:nvSpPr>
          <p:spPr>
            <a:xfrm>
              <a:off x="6805625" y="4452725"/>
              <a:ext cx="15850" cy="28050"/>
            </a:xfrm>
            <a:custGeom>
              <a:rect b="b" l="l" r="r" t="t"/>
              <a:pathLst>
                <a:path extrusionOk="0" fill="none" h="1122" w="634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7"/>
            <p:cNvSpPr/>
            <p:nvPr/>
          </p:nvSpPr>
          <p:spPr>
            <a:xfrm>
              <a:off x="6872600" y="4452725"/>
              <a:ext cx="15875" cy="28050"/>
            </a:xfrm>
            <a:custGeom>
              <a:rect b="b" l="l" r="r" t="t"/>
              <a:pathLst>
                <a:path extrusionOk="0" fill="none" h="1122" w="635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7"/>
            <p:cNvSpPr/>
            <p:nvPr/>
          </p:nvSpPr>
          <p:spPr>
            <a:xfrm>
              <a:off x="6709425" y="4414975"/>
              <a:ext cx="275250" cy="54825"/>
            </a:xfrm>
            <a:custGeom>
              <a:rect b="b" l="l" r="r" t="t"/>
              <a:pathLst>
                <a:path extrusionOk="0" fill="none" h="2193" w="1101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7"/>
            <p:cNvSpPr/>
            <p:nvPr/>
          </p:nvSpPr>
          <p:spPr>
            <a:xfrm>
              <a:off x="6733175" y="4382725"/>
              <a:ext cx="227750" cy="37150"/>
            </a:xfrm>
            <a:custGeom>
              <a:rect b="b" l="l" r="r" t="t"/>
              <a:pathLst>
                <a:path extrusionOk="0" fill="none" h="1486" w="911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7"/>
            <p:cNvSpPr/>
            <p:nvPr/>
          </p:nvSpPr>
          <p:spPr>
            <a:xfrm>
              <a:off x="6847025" y="4414975"/>
              <a:ext cx="25" cy="145550"/>
            </a:xfrm>
            <a:custGeom>
              <a:rect b="b" l="l" r="r" t="t"/>
              <a:pathLst>
                <a:path extrusionOk="0" fill="none" h="5822" w="1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5" name="Google Shape;945;p37"/>
          <p:cNvGrpSpPr/>
          <p:nvPr/>
        </p:nvGrpSpPr>
        <p:grpSpPr>
          <a:xfrm>
            <a:off x="4100638" y="4487318"/>
            <a:ext cx="407743" cy="391135"/>
            <a:chOff x="5233525" y="4954450"/>
            <a:chExt cx="538275" cy="516350"/>
          </a:xfrm>
        </p:grpSpPr>
        <p:sp>
          <p:nvSpPr>
            <p:cNvPr id="946" name="Google Shape;946;p37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7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7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7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7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7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7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7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7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7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37"/>
          <p:cNvGrpSpPr/>
          <p:nvPr/>
        </p:nvGrpSpPr>
        <p:grpSpPr>
          <a:xfrm>
            <a:off x="3587754" y="4494230"/>
            <a:ext cx="415129" cy="377311"/>
            <a:chOff x="4556450" y="4963575"/>
            <a:chExt cx="548025" cy="498100"/>
          </a:xfrm>
        </p:grpSpPr>
        <p:sp>
          <p:nvSpPr>
            <p:cNvPr id="958" name="Google Shape;958;p37"/>
            <p:cNvSpPr/>
            <p:nvPr/>
          </p:nvSpPr>
          <p:spPr>
            <a:xfrm>
              <a:off x="4611850" y="5222350"/>
              <a:ext cx="436600" cy="239325"/>
            </a:xfrm>
            <a:custGeom>
              <a:rect b="b" l="l" r="r" t="t"/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7"/>
            <p:cNvSpPr/>
            <p:nvPr/>
          </p:nvSpPr>
          <p:spPr>
            <a:xfrm>
              <a:off x="4612475" y="4963575"/>
              <a:ext cx="435975" cy="125450"/>
            </a:xfrm>
            <a:custGeom>
              <a:rect b="b" l="l" r="r" t="t"/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7"/>
            <p:cNvSpPr/>
            <p:nvPr/>
          </p:nvSpPr>
          <p:spPr>
            <a:xfrm>
              <a:off x="4556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7"/>
            <p:cNvSpPr/>
            <p:nvPr/>
          </p:nvSpPr>
          <p:spPr>
            <a:xfrm>
              <a:off x="4830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7"/>
            <p:cNvSpPr/>
            <p:nvPr/>
          </p:nvSpPr>
          <p:spPr>
            <a:xfrm>
              <a:off x="4830450" y="5213225"/>
              <a:ext cx="25" cy="248450"/>
            </a:xfrm>
            <a:custGeom>
              <a:rect b="b" l="l" r="r" t="t"/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3" name="Google Shape;963;p37"/>
          <p:cNvGrpSpPr/>
          <p:nvPr/>
        </p:nvGrpSpPr>
        <p:grpSpPr>
          <a:xfrm>
            <a:off x="539082" y="4575870"/>
            <a:ext cx="401286" cy="221872"/>
            <a:chOff x="531800" y="5071350"/>
            <a:chExt cx="529750" cy="292900"/>
          </a:xfrm>
        </p:grpSpPr>
        <p:sp>
          <p:nvSpPr>
            <p:cNvPr id="964" name="Google Shape;964;p37"/>
            <p:cNvSpPr/>
            <p:nvPr/>
          </p:nvSpPr>
          <p:spPr>
            <a:xfrm>
              <a:off x="632875" y="5077450"/>
              <a:ext cx="272200" cy="185725"/>
            </a:xfrm>
            <a:custGeom>
              <a:rect b="b" l="l" r="r" t="t"/>
              <a:pathLst>
                <a:path extrusionOk="0" fill="none" h="7429" w="10888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7"/>
            <p:cNvSpPr/>
            <p:nvPr/>
          </p:nvSpPr>
          <p:spPr>
            <a:xfrm>
              <a:off x="886175" y="5071350"/>
              <a:ext cx="74300" cy="191825"/>
            </a:xfrm>
            <a:custGeom>
              <a:rect b="b" l="l" r="r" t="t"/>
              <a:pathLst>
                <a:path extrusionOk="0" fill="none" h="7673" w="2972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7"/>
            <p:cNvSpPr/>
            <p:nvPr/>
          </p:nvSpPr>
          <p:spPr>
            <a:xfrm>
              <a:off x="531800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7"/>
            <p:cNvSpPr/>
            <p:nvPr/>
          </p:nvSpPr>
          <p:spPr>
            <a:xfrm>
              <a:off x="859375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7"/>
            <p:cNvSpPr/>
            <p:nvPr/>
          </p:nvSpPr>
          <p:spPr>
            <a:xfrm>
              <a:off x="676100" y="5071350"/>
              <a:ext cx="86500" cy="7325"/>
            </a:xfrm>
            <a:custGeom>
              <a:rect b="b" l="l" r="r" t="t"/>
              <a:pathLst>
                <a:path extrusionOk="0" fill="none" h="293" w="346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7"/>
            <p:cNvSpPr/>
            <p:nvPr/>
          </p:nvSpPr>
          <p:spPr>
            <a:xfrm>
              <a:off x="941575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7"/>
            <p:cNvSpPr/>
            <p:nvPr/>
          </p:nvSpPr>
          <p:spPr>
            <a:xfrm>
              <a:off x="614600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cap="rnd" cmpd="sng" w="121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1" name="Google Shape;971;p37"/>
          <p:cNvGrpSpPr/>
          <p:nvPr/>
        </p:nvGrpSpPr>
        <p:grpSpPr>
          <a:xfrm>
            <a:off x="6967444" y="2410625"/>
            <a:ext cx="433992" cy="422729"/>
            <a:chOff x="5916675" y="927975"/>
            <a:chExt cx="516350" cy="502950"/>
          </a:xfrm>
        </p:grpSpPr>
        <p:sp>
          <p:nvSpPr>
            <p:cNvPr id="972" name="Google Shape;972;p37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38100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7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38100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4" name="Google Shape;974;p37"/>
          <p:cNvGrpSpPr/>
          <p:nvPr/>
        </p:nvGrpSpPr>
        <p:grpSpPr>
          <a:xfrm>
            <a:off x="6083464" y="3116527"/>
            <a:ext cx="1079481" cy="1051467"/>
            <a:chOff x="5916675" y="927975"/>
            <a:chExt cx="516350" cy="502950"/>
          </a:xfrm>
        </p:grpSpPr>
        <p:sp>
          <p:nvSpPr>
            <p:cNvPr id="975" name="Google Shape;975;p37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98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7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98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37"/>
          <p:cNvGrpSpPr/>
          <p:nvPr/>
        </p:nvGrpSpPr>
        <p:grpSpPr>
          <a:xfrm>
            <a:off x="6083607" y="2410625"/>
            <a:ext cx="433992" cy="422729"/>
            <a:chOff x="5916675" y="927975"/>
            <a:chExt cx="516350" cy="502950"/>
          </a:xfrm>
        </p:grpSpPr>
        <p:sp>
          <p:nvSpPr>
            <p:cNvPr id="978" name="Google Shape;978;p37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7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0" name="Google Shape;980;p37"/>
          <p:cNvSpPr/>
          <p:nvPr/>
        </p:nvSpPr>
        <p:spPr>
          <a:xfrm>
            <a:off x="7159605" y="2647003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38100">
            <a:solidFill>
              <a:srgbClr val="C7D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7"/>
          <p:cNvSpPr/>
          <p:nvPr/>
        </p:nvSpPr>
        <p:spPr>
          <a:xfrm>
            <a:off x="6275768" y="2647003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C7D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7"/>
          <p:cNvSpPr/>
          <p:nvPr/>
        </p:nvSpPr>
        <p:spPr>
          <a:xfrm>
            <a:off x="6561303" y="3704540"/>
            <a:ext cx="1000561" cy="565194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9525">
            <a:solidFill>
              <a:srgbClr val="C7D3E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8" name="Google Shape;988;p38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989" name="Google Shape;989;p38"/>
            <p:cNvSpPr/>
            <p:nvPr/>
          </p:nvSpPr>
          <p:spPr>
            <a:xfrm>
              <a:off x="5913437" y="4054475"/>
              <a:ext cx="2273299" cy="1746250"/>
            </a:xfrm>
            <a:custGeom>
              <a:rect b="b" l="l" r="r" t="t"/>
              <a:pathLst>
                <a:path extrusionOk="0" h="397" w="517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38"/>
            <p:cNvSpPr/>
            <p:nvPr/>
          </p:nvSpPr>
          <p:spPr>
            <a:xfrm>
              <a:off x="4137025" y="4141787"/>
              <a:ext cx="2019301" cy="1681162"/>
            </a:xfrm>
            <a:custGeom>
              <a:rect b="b" l="l" r="r" t="t"/>
              <a:pathLst>
                <a:path extrusionOk="0" h="382" w="459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38"/>
            <p:cNvSpPr/>
            <p:nvPr/>
          </p:nvSpPr>
          <p:spPr>
            <a:xfrm>
              <a:off x="4014787" y="1057275"/>
              <a:ext cx="2276475" cy="1747837"/>
            </a:xfrm>
            <a:custGeom>
              <a:rect b="b" l="l" r="r" t="t"/>
              <a:pathLst>
                <a:path extrusionOk="0" h="397" w="518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38"/>
            <p:cNvSpPr/>
            <p:nvPr/>
          </p:nvSpPr>
          <p:spPr>
            <a:xfrm>
              <a:off x="3706812" y="2355850"/>
              <a:ext cx="1323975" cy="2309812"/>
            </a:xfrm>
            <a:custGeom>
              <a:rect b="b" l="l" r="r" t="t"/>
              <a:pathLst>
                <a:path extrusionOk="0" h="525" w="301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38"/>
            <p:cNvSpPr/>
            <p:nvPr/>
          </p:nvSpPr>
          <p:spPr>
            <a:xfrm>
              <a:off x="7170737" y="2192337"/>
              <a:ext cx="1328737" cy="2314575"/>
            </a:xfrm>
            <a:custGeom>
              <a:rect b="b" l="l" r="r" t="t"/>
              <a:pathLst>
                <a:path extrusionOk="0" h="526" w="302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38"/>
            <p:cNvSpPr/>
            <p:nvPr/>
          </p:nvSpPr>
          <p:spPr>
            <a:xfrm>
              <a:off x="6045200" y="1035050"/>
              <a:ext cx="2019301" cy="1685925"/>
            </a:xfrm>
            <a:custGeom>
              <a:rect b="b" l="l" r="r" t="t"/>
              <a:pathLst>
                <a:path extrusionOk="0" h="383" w="459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5" name="Google Shape;995;p38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996" name="Google Shape;996;p38"/>
            <p:cNvSpPr/>
            <p:nvPr/>
          </p:nvSpPr>
          <p:spPr>
            <a:xfrm>
              <a:off x="1400175" y="3135312"/>
              <a:ext cx="2132011" cy="2562226"/>
            </a:xfrm>
            <a:custGeom>
              <a:rect b="b" l="l" r="r" t="t"/>
              <a:pathLst>
                <a:path extrusionOk="0" h="574" w="478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38"/>
            <p:cNvSpPr/>
            <p:nvPr/>
          </p:nvSpPr>
          <p:spPr>
            <a:xfrm>
              <a:off x="3314700" y="3563937"/>
              <a:ext cx="2559050" cy="2133600"/>
            </a:xfrm>
            <a:custGeom>
              <a:rect b="b" l="l" r="r" t="t"/>
              <a:pathLst>
                <a:path extrusionOk="0" h="478" w="574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38"/>
            <p:cNvSpPr/>
            <p:nvPr/>
          </p:nvSpPr>
          <p:spPr>
            <a:xfrm>
              <a:off x="3741737" y="1223962"/>
              <a:ext cx="2132011" cy="2559050"/>
            </a:xfrm>
            <a:custGeom>
              <a:rect b="b" l="l" r="r" t="t"/>
              <a:pathLst>
                <a:path extrusionOk="0" h="573" w="478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38"/>
            <p:cNvSpPr/>
            <p:nvPr/>
          </p:nvSpPr>
          <p:spPr>
            <a:xfrm>
              <a:off x="1400175" y="1220787"/>
              <a:ext cx="2560637" cy="2133600"/>
            </a:xfrm>
            <a:custGeom>
              <a:rect b="b" l="l" r="r" t="t"/>
              <a:pathLst>
                <a:path extrusionOk="0" h="478" w="574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0" name="Google Shape;1000;p38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1001" name="Google Shape;1001;p38"/>
            <p:cNvSpPr/>
            <p:nvPr/>
          </p:nvSpPr>
          <p:spPr>
            <a:xfrm>
              <a:off x="2008187" y="4025900"/>
              <a:ext cx="4252913" cy="1917700"/>
            </a:xfrm>
            <a:custGeom>
              <a:rect b="b" l="l" r="r" t="t"/>
              <a:pathLst>
                <a:path extrusionOk="0" h="450" w="999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38"/>
            <p:cNvSpPr/>
            <p:nvPr/>
          </p:nvSpPr>
          <p:spPr>
            <a:xfrm>
              <a:off x="4271962" y="931862"/>
              <a:ext cx="2389187" cy="3724276"/>
            </a:xfrm>
            <a:custGeom>
              <a:rect b="b" l="l" r="r" t="t"/>
              <a:pathLst>
                <a:path extrusionOk="0" h="874" w="561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38"/>
            <p:cNvSpPr/>
            <p:nvPr/>
          </p:nvSpPr>
          <p:spPr>
            <a:xfrm>
              <a:off x="1649412" y="927100"/>
              <a:ext cx="2870200" cy="3652836"/>
            </a:xfrm>
            <a:custGeom>
              <a:rect b="b" l="l" r="r" t="t"/>
              <a:pathLst>
                <a:path extrusionOk="0" h="857" w="674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4" name="Google Shape;1004;p38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1005" name="Google Shape;1005;p38"/>
            <p:cNvSpPr/>
            <p:nvPr/>
          </p:nvSpPr>
          <p:spPr>
            <a:xfrm>
              <a:off x="1301750" y="2546350"/>
              <a:ext cx="1801812" cy="2917825"/>
            </a:xfrm>
            <a:custGeom>
              <a:rect b="b" l="l" r="r" t="t"/>
              <a:pathLst>
                <a:path extrusionOk="0" h="655" w="405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38"/>
            <p:cNvSpPr/>
            <p:nvPr/>
          </p:nvSpPr>
          <p:spPr>
            <a:xfrm>
              <a:off x="2387600" y="4403725"/>
              <a:ext cx="2865436" cy="1617662"/>
            </a:xfrm>
            <a:custGeom>
              <a:rect b="b" l="l" r="r" t="t"/>
              <a:pathLst>
                <a:path extrusionOk="0" h="363" w="644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38"/>
            <p:cNvSpPr/>
            <p:nvPr/>
          </p:nvSpPr>
          <p:spPr>
            <a:xfrm>
              <a:off x="4546600" y="2790825"/>
              <a:ext cx="1851025" cy="2717800"/>
            </a:xfrm>
            <a:custGeom>
              <a:rect b="b" l="l" r="r" t="t"/>
              <a:pathLst>
                <a:path extrusionOk="0" h="610" w="416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38"/>
            <p:cNvSpPr/>
            <p:nvPr/>
          </p:nvSpPr>
          <p:spPr>
            <a:xfrm>
              <a:off x="3962400" y="925512"/>
              <a:ext cx="2297112" cy="2333625"/>
            </a:xfrm>
            <a:custGeom>
              <a:rect b="b" l="l" r="r" t="t"/>
              <a:pathLst>
                <a:path extrusionOk="0" h="524" w="516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38"/>
            <p:cNvSpPr/>
            <p:nvPr/>
          </p:nvSpPr>
          <p:spPr>
            <a:xfrm>
              <a:off x="1466850" y="920750"/>
              <a:ext cx="2759074" cy="2097087"/>
            </a:xfrm>
            <a:custGeom>
              <a:rect b="b" l="l" r="r" t="t"/>
              <a:pathLst>
                <a:path extrusionOk="0" h="471" w="62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0" name="Google Shape;1010;p38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1011" name="Google Shape;1011;p38"/>
            <p:cNvSpPr/>
            <p:nvPr/>
          </p:nvSpPr>
          <p:spPr>
            <a:xfrm>
              <a:off x="5732756" y="2682276"/>
              <a:ext cx="400276" cy="538927"/>
            </a:xfrm>
            <a:custGeom>
              <a:rect b="b" l="l" r="r" t="t"/>
              <a:pathLst>
                <a:path extrusionOk="0" h="902" w="67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8"/>
            <p:cNvSpPr/>
            <p:nvPr/>
          </p:nvSpPr>
          <p:spPr>
            <a:xfrm>
              <a:off x="6094186" y="2682276"/>
              <a:ext cx="358476" cy="531209"/>
            </a:xfrm>
            <a:custGeom>
              <a:rect b="b" l="l" r="r" t="t"/>
              <a:pathLst>
                <a:path extrusionOk="0" h="889" w="60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38"/>
            <p:cNvSpPr/>
            <p:nvPr/>
          </p:nvSpPr>
          <p:spPr>
            <a:xfrm>
              <a:off x="5787732" y="3124950"/>
              <a:ext cx="616090" cy="277182"/>
            </a:xfrm>
            <a:custGeom>
              <a:rect b="b" l="l" r="r" t="t"/>
              <a:pathLst>
                <a:path extrusionOk="0" h="464" w="1031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4" name="Google Shape;1014;p38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1015" name="Google Shape;1015;p38"/>
            <p:cNvSpPr/>
            <p:nvPr/>
          </p:nvSpPr>
          <p:spPr>
            <a:xfrm>
              <a:off x="6768809" y="2682954"/>
              <a:ext cx="400157" cy="358101"/>
            </a:xfrm>
            <a:custGeom>
              <a:rect b="b" l="l" r="r" t="t"/>
              <a:pathLst>
                <a:path extrusionOk="0" h="571" w="638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6768809" y="3002032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38"/>
            <p:cNvSpPr/>
            <p:nvPr/>
          </p:nvSpPr>
          <p:spPr>
            <a:xfrm>
              <a:off x="7129915" y="2682265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38"/>
            <p:cNvSpPr/>
            <p:nvPr/>
          </p:nvSpPr>
          <p:spPr>
            <a:xfrm>
              <a:off x="7088567" y="3043581"/>
              <a:ext cx="400157" cy="358561"/>
            </a:xfrm>
            <a:custGeom>
              <a:rect b="b" l="l" r="r" t="t"/>
              <a:pathLst>
                <a:path extrusionOk="0" h="572" w="638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9" name="Google Shape;1019;p38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1020" name="Google Shape;1020;p38"/>
            <p:cNvSpPr/>
            <p:nvPr/>
          </p:nvSpPr>
          <p:spPr>
            <a:xfrm>
              <a:off x="7804870" y="2922841"/>
              <a:ext cx="256443" cy="407568"/>
            </a:xfrm>
            <a:custGeom>
              <a:rect b="b" l="l" r="r" t="t"/>
              <a:pathLst>
                <a:path extrusionOk="0" h="598" w="376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38"/>
            <p:cNvSpPr/>
            <p:nvPr/>
          </p:nvSpPr>
          <p:spPr>
            <a:xfrm>
              <a:off x="7823833" y="2682313"/>
              <a:ext cx="377215" cy="304549"/>
            </a:xfrm>
            <a:custGeom>
              <a:rect b="b" l="l" r="r" t="t"/>
              <a:pathLst>
                <a:path extrusionOk="0" h="447" w="553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38"/>
            <p:cNvSpPr/>
            <p:nvPr/>
          </p:nvSpPr>
          <p:spPr>
            <a:xfrm>
              <a:off x="8277575" y="2932985"/>
              <a:ext cx="247414" cy="390661"/>
            </a:xfrm>
            <a:custGeom>
              <a:rect b="b" l="l" r="r" t="t"/>
              <a:pathLst>
                <a:path extrusionOk="0" h="573" w="363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38"/>
            <p:cNvSpPr/>
            <p:nvPr/>
          </p:nvSpPr>
          <p:spPr>
            <a:xfrm>
              <a:off x="8166284" y="2682313"/>
              <a:ext cx="336357" cy="315595"/>
            </a:xfrm>
            <a:custGeom>
              <a:rect b="b" l="l" r="r" t="t"/>
              <a:pathLst>
                <a:path extrusionOk="0" h="463" w="493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8"/>
            <p:cNvSpPr/>
            <p:nvPr/>
          </p:nvSpPr>
          <p:spPr>
            <a:xfrm>
              <a:off x="7965147" y="3183207"/>
              <a:ext cx="408594" cy="218887"/>
            </a:xfrm>
            <a:custGeom>
              <a:rect b="b" l="l" r="r" t="t"/>
              <a:pathLst>
                <a:path extrusionOk="0" h="321" w="599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5" name="Google Shape;1025;p38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1026" name="Google Shape;1026;p38"/>
            <p:cNvSpPr/>
            <p:nvPr/>
          </p:nvSpPr>
          <p:spPr>
            <a:xfrm>
              <a:off x="8841135" y="2874744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38"/>
            <p:cNvSpPr/>
            <p:nvPr/>
          </p:nvSpPr>
          <p:spPr>
            <a:xfrm>
              <a:off x="8899694" y="3138374"/>
              <a:ext cx="304599" cy="264093"/>
            </a:xfrm>
            <a:custGeom>
              <a:rect b="b" l="l" r="r" t="t"/>
              <a:pathLst>
                <a:path extrusionOk="0" h="391" w="451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38"/>
            <p:cNvSpPr/>
            <p:nvPr/>
          </p:nvSpPr>
          <p:spPr>
            <a:xfrm>
              <a:off x="8889742" y="2681940"/>
              <a:ext cx="344871" cy="273814"/>
            </a:xfrm>
            <a:custGeom>
              <a:rect b="b" l="l" r="r" t="t"/>
              <a:pathLst>
                <a:path extrusionOk="0" h="405" w="511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38"/>
            <p:cNvSpPr/>
            <p:nvPr/>
          </p:nvSpPr>
          <p:spPr>
            <a:xfrm>
              <a:off x="9198969" y="2681940"/>
              <a:ext cx="304599" cy="264325"/>
            </a:xfrm>
            <a:custGeom>
              <a:rect b="b" l="l" r="r" t="t"/>
              <a:pathLst>
                <a:path extrusionOk="0" h="391" w="451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38"/>
            <p:cNvSpPr/>
            <p:nvPr/>
          </p:nvSpPr>
          <p:spPr>
            <a:xfrm>
              <a:off x="9351499" y="2861088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38"/>
            <p:cNvSpPr/>
            <p:nvPr/>
          </p:nvSpPr>
          <p:spPr>
            <a:xfrm>
              <a:off x="9168648" y="3128885"/>
              <a:ext cx="344871" cy="273120"/>
            </a:xfrm>
            <a:custGeom>
              <a:rect b="b" l="l" r="r" t="t"/>
              <a:pathLst>
                <a:path extrusionOk="0" h="404" w="511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2" name="Google Shape;1032;p38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1033" name="Google Shape;1033;p38"/>
            <p:cNvSpPr/>
            <p:nvPr/>
          </p:nvSpPr>
          <p:spPr>
            <a:xfrm>
              <a:off x="4103687" y="1439862"/>
              <a:ext cx="2254250" cy="3986211"/>
            </a:xfrm>
            <a:custGeom>
              <a:rect b="b" l="l" r="r" t="t"/>
              <a:pathLst>
                <a:path extrusionOk="0" h="887" w="502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38"/>
            <p:cNvSpPr/>
            <p:nvPr/>
          </p:nvSpPr>
          <p:spPr>
            <a:xfrm>
              <a:off x="5837237" y="1439862"/>
              <a:ext cx="2252662" cy="3986211"/>
            </a:xfrm>
            <a:custGeom>
              <a:rect b="b" l="l" r="r" t="t"/>
              <a:pathLst>
                <a:path extrusionOk="0" h="887" w="502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5" name="Google Shape;1035;p38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1036" name="Google Shape;1036;p38"/>
            <p:cNvSpPr/>
            <p:nvPr/>
          </p:nvSpPr>
          <p:spPr>
            <a:xfrm>
              <a:off x="10056560" y="2963533"/>
              <a:ext cx="541911" cy="438554"/>
            </a:xfrm>
            <a:custGeom>
              <a:rect b="b" l="l" r="r" t="t"/>
              <a:pathLst>
                <a:path extrusionOk="0" h="697" w="861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38"/>
            <p:cNvSpPr/>
            <p:nvPr/>
          </p:nvSpPr>
          <p:spPr>
            <a:xfrm>
              <a:off x="9878272" y="2791266"/>
              <a:ext cx="459066" cy="594405"/>
            </a:xfrm>
            <a:custGeom>
              <a:rect b="b" l="l" r="r" t="t"/>
              <a:pathLst>
                <a:path extrusionOk="0" h="945" w="729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38"/>
            <p:cNvSpPr/>
            <p:nvPr/>
          </p:nvSpPr>
          <p:spPr>
            <a:xfrm>
              <a:off x="9994853" y="2682320"/>
              <a:ext cx="583546" cy="500170"/>
            </a:xfrm>
            <a:custGeom>
              <a:rect b="b" l="l" r="r" t="t"/>
              <a:pathLst>
                <a:path extrusionOk="0" h="795" w="927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9" name="Google Shape;1039;p38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1040" name="Google Shape;1040;p38"/>
            <p:cNvSpPr/>
            <p:nvPr/>
          </p:nvSpPr>
          <p:spPr>
            <a:xfrm>
              <a:off x="11401733" y="2955582"/>
              <a:ext cx="229448" cy="412406"/>
            </a:xfrm>
            <a:custGeom>
              <a:rect b="b" l="l" r="r" t="t"/>
              <a:pathLst>
                <a:path extrusionOk="0" h="602" w="335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38"/>
            <p:cNvSpPr/>
            <p:nvPr/>
          </p:nvSpPr>
          <p:spPr>
            <a:xfrm>
              <a:off x="10914618" y="3012482"/>
              <a:ext cx="370771" cy="315723"/>
            </a:xfrm>
            <a:custGeom>
              <a:rect b="b" l="l" r="r" t="t"/>
              <a:pathLst>
                <a:path extrusionOk="0" h="461" w="542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38"/>
            <p:cNvSpPr/>
            <p:nvPr/>
          </p:nvSpPr>
          <p:spPr>
            <a:xfrm>
              <a:off x="11136202" y="2682187"/>
              <a:ext cx="343016" cy="292593"/>
            </a:xfrm>
            <a:custGeom>
              <a:rect b="b" l="l" r="r" t="t"/>
              <a:pathLst>
                <a:path extrusionOk="0" h="427" w="501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38"/>
            <p:cNvSpPr/>
            <p:nvPr/>
          </p:nvSpPr>
          <p:spPr>
            <a:xfrm>
              <a:off x="10917856" y="2716419"/>
              <a:ext cx="230142" cy="411712"/>
            </a:xfrm>
            <a:custGeom>
              <a:rect b="b" l="l" r="r" t="t"/>
              <a:pathLst>
                <a:path extrusionOk="0" h="601" w="336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38"/>
            <p:cNvSpPr/>
            <p:nvPr/>
          </p:nvSpPr>
          <p:spPr>
            <a:xfrm>
              <a:off x="11069819" y="3108934"/>
              <a:ext cx="343016" cy="293287"/>
            </a:xfrm>
            <a:custGeom>
              <a:rect b="b" l="l" r="r" t="t"/>
              <a:pathLst>
                <a:path extrusionOk="0" h="428" w="501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38"/>
            <p:cNvSpPr/>
            <p:nvPr/>
          </p:nvSpPr>
          <p:spPr>
            <a:xfrm>
              <a:off x="11263647" y="2756203"/>
              <a:ext cx="371003" cy="315723"/>
            </a:xfrm>
            <a:custGeom>
              <a:rect b="b" l="l" r="r" t="t"/>
              <a:pathLst>
                <a:path extrusionOk="0" h="461" w="542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6" name="Google Shape;1046;p38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1047" name="Google Shape;1047;p38"/>
            <p:cNvSpPr/>
            <p:nvPr/>
          </p:nvSpPr>
          <p:spPr>
            <a:xfrm>
              <a:off x="1638485" y="1571653"/>
              <a:ext cx="449564" cy="159640"/>
            </a:xfrm>
            <a:custGeom>
              <a:rect b="b" l="l" r="r" t="t"/>
              <a:pathLst>
                <a:path extrusionOk="0" h="273" w="767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8"/>
            <p:cNvSpPr/>
            <p:nvPr/>
          </p:nvSpPr>
          <p:spPr>
            <a:xfrm>
              <a:off x="1590507" y="1435245"/>
              <a:ext cx="515072" cy="136407"/>
            </a:xfrm>
            <a:custGeom>
              <a:rect b="b" l="l" r="r" t="t"/>
              <a:pathLst>
                <a:path extrusionOk="0" h="233" w="879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8"/>
            <p:cNvSpPr/>
            <p:nvPr/>
          </p:nvSpPr>
          <p:spPr>
            <a:xfrm>
              <a:off x="1582665" y="1299068"/>
              <a:ext cx="576890" cy="136177"/>
            </a:xfrm>
            <a:custGeom>
              <a:rect b="b" l="l" r="r" t="t"/>
              <a:pathLst>
                <a:path extrusionOk="0" h="233" w="984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8"/>
            <p:cNvSpPr/>
            <p:nvPr/>
          </p:nvSpPr>
          <p:spPr>
            <a:xfrm>
              <a:off x="1665934" y="1011072"/>
              <a:ext cx="484393" cy="151589"/>
            </a:xfrm>
            <a:custGeom>
              <a:rect b="b" l="l" r="r" t="t"/>
              <a:pathLst>
                <a:path extrusionOk="0" h="259" w="826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8"/>
            <p:cNvSpPr/>
            <p:nvPr/>
          </p:nvSpPr>
          <p:spPr>
            <a:xfrm>
              <a:off x="1639639" y="1162661"/>
              <a:ext cx="527066" cy="136407"/>
            </a:xfrm>
            <a:custGeom>
              <a:rect b="b" l="l" r="r" t="t"/>
              <a:pathLst>
                <a:path extrusionOk="0" h="233" w="899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2" name="Google Shape;1052;p38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1053" name="Google Shape;1053;p38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rect b="b" l="l" r="r" t="t"/>
              <a:pathLst>
                <a:path extrusionOk="0" h="771" w="885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38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rect b="b" l="l" r="r" t="t"/>
              <a:pathLst>
                <a:path extrusionOk="0" h="1130" w="654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38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rect b="b" l="l" r="r" t="t"/>
              <a:pathLst>
                <a:path extrusionOk="0" h="712" w="704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6" name="Google Shape;1056;p38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1057" name="Google Shape;1057;p38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1058" name="Google Shape;1058;p38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38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38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38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38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38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38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8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38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38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8" name="Google Shape;1068;p38"/>
            <p:cNvSpPr/>
            <p:nvPr/>
          </p:nvSpPr>
          <p:spPr>
            <a:xfrm>
              <a:off x="10047751" y="1220548"/>
              <a:ext cx="217117" cy="205362"/>
            </a:xfrm>
            <a:custGeom>
              <a:rect b="b" l="l" r="r" t="t"/>
              <a:pathLst>
                <a:path extrusionOk="0" h="359" w="38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38"/>
            <p:cNvSpPr/>
            <p:nvPr/>
          </p:nvSpPr>
          <p:spPr>
            <a:xfrm>
              <a:off x="10063053" y="1080830"/>
              <a:ext cx="205806" cy="250604"/>
            </a:xfrm>
            <a:custGeom>
              <a:rect b="b" l="l" r="r" t="t"/>
              <a:pathLst>
                <a:path extrusionOk="0" h="438" w="36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38"/>
            <p:cNvSpPr/>
            <p:nvPr/>
          </p:nvSpPr>
          <p:spPr>
            <a:xfrm>
              <a:off x="10276400" y="1080830"/>
              <a:ext cx="208024" cy="250604"/>
            </a:xfrm>
            <a:custGeom>
              <a:rect b="b" l="l" r="r" t="t"/>
              <a:pathLst>
                <a:path extrusionOk="0" h="438" w="364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8"/>
            <p:cNvSpPr/>
            <p:nvPr/>
          </p:nvSpPr>
          <p:spPr>
            <a:xfrm>
              <a:off x="10280392" y="1218773"/>
              <a:ext cx="219334" cy="208689"/>
            </a:xfrm>
            <a:custGeom>
              <a:rect b="b" l="l" r="r" t="t"/>
              <a:pathLst>
                <a:path extrusionOk="0" h="365" w="384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38"/>
            <p:cNvSpPr/>
            <p:nvPr/>
          </p:nvSpPr>
          <p:spPr>
            <a:xfrm>
              <a:off x="10116279" y="1345184"/>
              <a:ext cx="152580" cy="267681"/>
            </a:xfrm>
            <a:custGeom>
              <a:rect b="b" l="l" r="r" t="t"/>
              <a:pathLst>
                <a:path extrusionOk="0" h="468" w="267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38"/>
            <p:cNvSpPr/>
            <p:nvPr/>
          </p:nvSpPr>
          <p:spPr>
            <a:xfrm>
              <a:off x="10276400" y="1345184"/>
              <a:ext cx="154798" cy="267681"/>
            </a:xfrm>
            <a:custGeom>
              <a:rect b="b" l="l" r="r" t="t"/>
              <a:pathLst>
                <a:path extrusionOk="0" h="468" w="271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4" name="Google Shape;1074;p38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1075" name="Google Shape;1075;p38"/>
            <p:cNvSpPr/>
            <p:nvPr/>
          </p:nvSpPr>
          <p:spPr>
            <a:xfrm>
              <a:off x="3615879" y="1376596"/>
              <a:ext cx="441685" cy="354696"/>
            </a:xfrm>
            <a:custGeom>
              <a:rect b="b" l="l" r="r" t="t"/>
              <a:pathLst>
                <a:path extrusionOk="0" h="638" w="797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38"/>
            <p:cNvSpPr/>
            <p:nvPr/>
          </p:nvSpPr>
          <p:spPr>
            <a:xfrm>
              <a:off x="3554761" y="1164199"/>
              <a:ext cx="288366" cy="430478"/>
            </a:xfrm>
            <a:custGeom>
              <a:rect b="b" l="l" r="r" t="t"/>
              <a:pathLst>
                <a:path extrusionOk="0" h="774" w="52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38"/>
            <p:cNvSpPr/>
            <p:nvPr/>
          </p:nvSpPr>
          <p:spPr>
            <a:xfrm>
              <a:off x="3860350" y="1126940"/>
              <a:ext cx="291937" cy="427110"/>
            </a:xfrm>
            <a:custGeom>
              <a:rect b="b" l="l" r="r" t="t"/>
              <a:pathLst>
                <a:path extrusionOk="0" h="768" w="527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38"/>
            <p:cNvSpPr/>
            <p:nvPr/>
          </p:nvSpPr>
          <p:spPr>
            <a:xfrm>
              <a:off x="3644023" y="1011374"/>
              <a:ext cx="449665" cy="347961"/>
            </a:xfrm>
            <a:custGeom>
              <a:rect b="b" l="l" r="r" t="t"/>
              <a:pathLst>
                <a:path extrusionOk="0" h="626" w="811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9" name="Google Shape;1079;p38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1080" name="Google Shape;1080;p38"/>
            <p:cNvSpPr/>
            <p:nvPr/>
          </p:nvSpPr>
          <p:spPr>
            <a:xfrm>
              <a:off x="4849480" y="1011032"/>
              <a:ext cx="289264" cy="340491"/>
            </a:xfrm>
            <a:custGeom>
              <a:rect b="b" l="l" r="r" t="t"/>
              <a:pathLst>
                <a:path extrusionOk="0" h="610" w="518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38"/>
            <p:cNvSpPr/>
            <p:nvPr/>
          </p:nvSpPr>
          <p:spPr>
            <a:xfrm>
              <a:off x="4599335" y="1012768"/>
              <a:ext cx="277094" cy="339188"/>
            </a:xfrm>
            <a:custGeom>
              <a:rect b="b" l="l" r="r" t="t"/>
              <a:pathLst>
                <a:path extrusionOk="0" h="608" w="496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38"/>
            <p:cNvSpPr/>
            <p:nvPr/>
          </p:nvSpPr>
          <p:spPr>
            <a:xfrm>
              <a:off x="4539787" y="1276220"/>
              <a:ext cx="295350" cy="349606"/>
            </a:xfrm>
            <a:custGeom>
              <a:rect b="b" l="l" r="r" t="t"/>
              <a:pathLst>
                <a:path extrusionOk="0" h="627" w="529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38"/>
            <p:cNvSpPr/>
            <p:nvPr/>
          </p:nvSpPr>
          <p:spPr>
            <a:xfrm>
              <a:off x="4854479" y="1272314"/>
              <a:ext cx="277529" cy="353078"/>
            </a:xfrm>
            <a:custGeom>
              <a:rect b="b" l="l" r="r" t="t"/>
              <a:pathLst>
                <a:path extrusionOk="0" h="633" w="497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8"/>
            <p:cNvSpPr/>
            <p:nvPr/>
          </p:nvSpPr>
          <p:spPr>
            <a:xfrm>
              <a:off x="4661491" y="1370403"/>
              <a:ext cx="388584" cy="360890"/>
            </a:xfrm>
            <a:custGeom>
              <a:rect b="b" l="l" r="r" t="t"/>
              <a:pathLst>
                <a:path extrusionOk="0" h="647" w="696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5" name="Google Shape;1085;p38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1086" name="Google Shape;1086;p38"/>
            <p:cNvSpPr/>
            <p:nvPr/>
          </p:nvSpPr>
          <p:spPr>
            <a:xfrm>
              <a:off x="5632379" y="1011207"/>
              <a:ext cx="311420" cy="340347"/>
            </a:xfrm>
            <a:custGeom>
              <a:rect b="b" l="l" r="r" t="t"/>
              <a:pathLst>
                <a:path extrusionOk="0" h="567" w="518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5835019" y="1041711"/>
              <a:ext cx="283984" cy="330260"/>
            </a:xfrm>
            <a:custGeom>
              <a:rect b="b" l="l" r="r" t="t"/>
              <a:pathLst>
                <a:path extrusionOk="0" h="550" w="473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5837907" y="1326815"/>
              <a:ext cx="260158" cy="268291"/>
            </a:xfrm>
            <a:custGeom>
              <a:rect b="b" l="l" r="r" t="t"/>
              <a:pathLst>
                <a:path extrusionOk="0" h="447" w="433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5725035" y="1379176"/>
              <a:ext cx="304441" cy="352116"/>
            </a:xfrm>
            <a:custGeom>
              <a:rect b="b" l="l" r="r" t="t"/>
              <a:pathLst>
                <a:path extrusionOk="0" h="587" w="507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5526246" y="1358760"/>
              <a:ext cx="289521" cy="285105"/>
            </a:xfrm>
            <a:custGeom>
              <a:rect b="b" l="l" r="r" t="t"/>
              <a:pathLst>
                <a:path extrusionOk="0" h="475" w="482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5530337" y="1130580"/>
              <a:ext cx="282300" cy="276217"/>
            </a:xfrm>
            <a:custGeom>
              <a:rect b="b" l="l" r="r" t="t"/>
              <a:pathLst>
                <a:path extrusionOk="0" h="460" w="47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2" name="Google Shape;1092;p38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1093" name="Google Shape;1093;p38"/>
            <p:cNvSpPr/>
            <p:nvPr/>
          </p:nvSpPr>
          <p:spPr>
            <a:xfrm>
              <a:off x="659316" y="1517469"/>
              <a:ext cx="456722" cy="213824"/>
            </a:xfrm>
            <a:custGeom>
              <a:rect b="b" l="l" r="r" t="t"/>
              <a:pathLst>
                <a:path extrusionOk="0" h="358" w="763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06645" y="1354464"/>
              <a:ext cx="561583" cy="154615"/>
            </a:xfrm>
            <a:custGeom>
              <a:rect b="b" l="l" r="r" t="t"/>
              <a:pathLst>
                <a:path extrusionOk="0" h="259" w="938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661721" y="1191460"/>
              <a:ext cx="533444" cy="154135"/>
            </a:xfrm>
            <a:custGeom>
              <a:rect b="b" l="l" r="r" t="t"/>
              <a:pathLst>
                <a:path extrusionOk="0" h="258" w="891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83367" y="1011196"/>
              <a:ext cx="497368" cy="171394"/>
            </a:xfrm>
            <a:custGeom>
              <a:rect b="b" l="l" r="r" t="t"/>
              <a:pathLst>
                <a:path extrusionOk="0" h="287" w="831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7" name="Google Shape;1097;p38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1098" name="Google Shape;1098;p38"/>
            <p:cNvSpPr/>
            <p:nvPr/>
          </p:nvSpPr>
          <p:spPr>
            <a:xfrm>
              <a:off x="11033597" y="1414369"/>
              <a:ext cx="482075" cy="151349"/>
            </a:xfrm>
            <a:custGeom>
              <a:rect b="b" l="l" r="r" t="t"/>
              <a:pathLst>
                <a:path extrusionOk="0" h="227" w="724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11142821" y="1011159"/>
              <a:ext cx="263627" cy="229006"/>
            </a:xfrm>
            <a:custGeom>
              <a:rect b="b" l="l" r="r" t="t"/>
              <a:pathLst>
                <a:path extrusionOk="0" h="343" w="396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11052228" y="1576445"/>
              <a:ext cx="444813" cy="154847"/>
            </a:xfrm>
            <a:custGeom>
              <a:rect b="b" l="l" r="r" t="t"/>
              <a:pathLst>
                <a:path extrusionOk="0" h="232" w="668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11051762" y="1251592"/>
              <a:ext cx="446676" cy="151349"/>
            </a:xfrm>
            <a:custGeom>
              <a:rect b="b" l="l" r="r" t="t"/>
              <a:pathLst>
                <a:path extrusionOk="0" h="227" w="671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2" name="Google Shape;1102;p38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1103" name="Google Shape;1103;p38"/>
            <p:cNvSpPr/>
            <p:nvPr/>
          </p:nvSpPr>
          <p:spPr>
            <a:xfrm>
              <a:off x="8968558" y="1402926"/>
              <a:ext cx="348361" cy="98539"/>
            </a:xfrm>
            <a:custGeom>
              <a:rect b="b" l="l" r="r" t="t"/>
              <a:pathLst>
                <a:path extrusionOk="0" h="492696" w="1741804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38"/>
            <p:cNvSpPr/>
            <p:nvPr/>
          </p:nvSpPr>
          <p:spPr>
            <a:xfrm>
              <a:off x="8960465" y="1079360"/>
              <a:ext cx="362496" cy="102351"/>
            </a:xfrm>
            <a:custGeom>
              <a:rect b="b" l="l" r="r" t="t"/>
              <a:pathLst>
                <a:path extrusionOk="0" h="511754" w="181248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38"/>
            <p:cNvSpPr/>
            <p:nvPr/>
          </p:nvSpPr>
          <p:spPr>
            <a:xfrm>
              <a:off x="8930121" y="1189758"/>
              <a:ext cx="422643" cy="98539"/>
            </a:xfrm>
            <a:custGeom>
              <a:rect b="b" l="l" r="r" t="t"/>
              <a:pathLst>
                <a:path extrusionOk="0" h="492696" w="2113216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38"/>
            <p:cNvSpPr/>
            <p:nvPr/>
          </p:nvSpPr>
          <p:spPr>
            <a:xfrm>
              <a:off x="8930847" y="1296342"/>
              <a:ext cx="421894" cy="98539"/>
            </a:xfrm>
            <a:custGeom>
              <a:rect b="b" l="l" r="r" t="t"/>
              <a:pathLst>
                <a:path extrusionOk="0" h="492696" w="2109469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38"/>
            <p:cNvSpPr/>
            <p:nvPr/>
          </p:nvSpPr>
          <p:spPr>
            <a:xfrm>
              <a:off x="9031006" y="1509510"/>
              <a:ext cx="223837" cy="102349"/>
            </a:xfrm>
            <a:custGeom>
              <a:rect b="b" l="l" r="r" t="t"/>
              <a:pathLst>
                <a:path extrusionOk="0" h="511746" w="1119187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8" name="Google Shape;1108;p38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1109" name="Google Shape;1109;p38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38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38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38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38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38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38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38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38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38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9" name="Google Shape;1119;p38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1120" name="Google Shape;1120;p38"/>
            <p:cNvSpPr/>
            <p:nvPr/>
          </p:nvSpPr>
          <p:spPr>
            <a:xfrm>
              <a:off x="6666683" y="1079385"/>
              <a:ext cx="422268" cy="171940"/>
            </a:xfrm>
            <a:custGeom>
              <a:rect b="b" l="l" r="r" t="t"/>
              <a:pathLst>
                <a:path extrusionOk="0" h="859701" w="2085276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38"/>
            <p:cNvSpPr/>
            <p:nvPr/>
          </p:nvSpPr>
          <p:spPr>
            <a:xfrm>
              <a:off x="6664423" y="1259933"/>
              <a:ext cx="427985" cy="171450"/>
            </a:xfrm>
            <a:custGeom>
              <a:rect b="b" l="l" r="r" t="t"/>
              <a:pathLst>
                <a:path extrusionOk="0" h="857250" w="2113506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38"/>
            <p:cNvSpPr/>
            <p:nvPr/>
          </p:nvSpPr>
          <p:spPr>
            <a:xfrm>
              <a:off x="6727642" y="1439988"/>
              <a:ext cx="303068" cy="171348"/>
            </a:xfrm>
            <a:custGeom>
              <a:rect b="b" l="l" r="r" t="t"/>
              <a:pathLst>
                <a:path extrusionOk="0" h="856741" w="1496631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3" name="Google Shape;1123;p38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1124" name="Google Shape;1124;p38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38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8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8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8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8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38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8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8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38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4" name="Google Shape;1134;p38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1135" name="Google Shape;1135;p38"/>
            <p:cNvSpPr/>
            <p:nvPr/>
          </p:nvSpPr>
          <p:spPr>
            <a:xfrm>
              <a:off x="8012931" y="1079385"/>
              <a:ext cx="217151" cy="253479"/>
            </a:xfrm>
            <a:custGeom>
              <a:rect b="b" l="l" r="r" t="t"/>
              <a:pathLst>
                <a:path extrusionOk="0" h="1267396" w="1085755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38"/>
            <p:cNvSpPr/>
            <p:nvPr/>
          </p:nvSpPr>
          <p:spPr>
            <a:xfrm>
              <a:off x="7789628" y="1079436"/>
              <a:ext cx="214318" cy="253428"/>
            </a:xfrm>
            <a:custGeom>
              <a:rect b="b" l="l" r="r" t="t"/>
              <a:pathLst>
                <a:path extrusionOk="0" h="1267142" w="1071591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38"/>
            <p:cNvSpPr/>
            <p:nvPr/>
          </p:nvSpPr>
          <p:spPr>
            <a:xfrm>
              <a:off x="8012931" y="1341261"/>
              <a:ext cx="202133" cy="270446"/>
            </a:xfrm>
            <a:custGeom>
              <a:rect b="b" l="l" r="r" t="t"/>
              <a:pathLst>
                <a:path extrusionOk="0" h="1352232" w="1010666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38"/>
            <p:cNvSpPr/>
            <p:nvPr/>
          </p:nvSpPr>
          <p:spPr>
            <a:xfrm>
              <a:off x="7804733" y="1341261"/>
              <a:ext cx="199288" cy="270439"/>
            </a:xfrm>
            <a:custGeom>
              <a:rect b="b" l="l" r="r" t="t"/>
              <a:pathLst>
                <a:path extrusionOk="0" h="1352197" w="996442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39" name="Google Shape;1139;p38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1140" name="Google Shape;1140;p38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8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38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38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38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38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38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38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38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38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50" name="Google Shape;1150;p38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1151" name="Google Shape;1151;p38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38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38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38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38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38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38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8" name="Google Shape;1158;p38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1159" name="Google Shape;1159;p38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38"/>
            <p:cNvSpPr/>
            <p:nvPr/>
          </p:nvSpPr>
          <p:spPr>
            <a:xfrm>
              <a:off x="651816" y="4730082"/>
              <a:ext cx="533789" cy="218575"/>
            </a:xfrm>
            <a:custGeom>
              <a:rect b="b" l="l" r="r" t="t"/>
              <a:pathLst>
                <a:path extrusionOk="0" h="325" w="791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38"/>
            <p:cNvSpPr/>
            <p:nvPr/>
          </p:nvSpPr>
          <p:spPr>
            <a:xfrm>
              <a:off x="564298" y="4539996"/>
              <a:ext cx="709060" cy="225815"/>
            </a:xfrm>
            <a:custGeom>
              <a:rect b="b" l="l" r="r" t="t"/>
              <a:pathLst>
                <a:path extrusionOk="0" h="336" w="1051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38"/>
            <p:cNvSpPr/>
            <p:nvPr/>
          </p:nvSpPr>
          <p:spPr>
            <a:xfrm>
              <a:off x="739569" y="4921102"/>
              <a:ext cx="357815" cy="210870"/>
            </a:xfrm>
            <a:custGeom>
              <a:rect b="b" l="l" r="r" t="t"/>
              <a:pathLst>
                <a:path extrusionOk="0" h="314" w="53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3" name="Google Shape;1163;p38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1164" name="Google Shape;1164;p38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38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38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38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8" name="Google Shape;1168;p38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1169" name="Google Shape;1169;p38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38"/>
            <p:cNvSpPr/>
            <p:nvPr/>
          </p:nvSpPr>
          <p:spPr>
            <a:xfrm>
              <a:off x="1846141" y="4957304"/>
              <a:ext cx="293050" cy="155339"/>
            </a:xfrm>
            <a:custGeom>
              <a:rect b="b" l="l" r="r" t="t"/>
              <a:pathLst>
                <a:path extrusionOk="0" h="245" w="462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38"/>
            <p:cNvSpPr/>
            <p:nvPr/>
          </p:nvSpPr>
          <p:spPr>
            <a:xfrm>
              <a:off x="1776241" y="4814286"/>
              <a:ext cx="431967" cy="161500"/>
            </a:xfrm>
            <a:custGeom>
              <a:rect b="b" l="l" r="r" t="t"/>
              <a:pathLst>
                <a:path extrusionOk="0" h="255" w="681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38"/>
            <p:cNvSpPr/>
            <p:nvPr/>
          </p:nvSpPr>
          <p:spPr>
            <a:xfrm>
              <a:off x="1639308" y="4531550"/>
              <a:ext cx="706054" cy="169201"/>
            </a:xfrm>
            <a:custGeom>
              <a:rect b="b" l="l" r="r" t="t"/>
              <a:pathLst>
                <a:path extrusionOk="0" h="267" w="1113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38"/>
            <p:cNvSpPr/>
            <p:nvPr/>
          </p:nvSpPr>
          <p:spPr>
            <a:xfrm>
              <a:off x="1708546" y="4674128"/>
              <a:ext cx="567578" cy="164141"/>
            </a:xfrm>
            <a:custGeom>
              <a:rect b="b" l="l" r="r" t="t"/>
              <a:pathLst>
                <a:path extrusionOk="0" h="259" w="895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4" name="Google Shape;1174;p38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1175" name="Google Shape;1175;p38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38"/>
            <p:cNvSpPr/>
            <p:nvPr/>
          </p:nvSpPr>
          <p:spPr>
            <a:xfrm>
              <a:off x="2824150" y="4749732"/>
              <a:ext cx="484183" cy="135418"/>
            </a:xfrm>
            <a:custGeom>
              <a:rect b="b" l="l" r="r" t="t"/>
              <a:pathLst>
                <a:path extrusionOk="0" h="205" w="735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38"/>
            <p:cNvSpPr/>
            <p:nvPr/>
          </p:nvSpPr>
          <p:spPr>
            <a:xfrm>
              <a:off x="2939432" y="4986160"/>
              <a:ext cx="253620" cy="127427"/>
            </a:xfrm>
            <a:custGeom>
              <a:rect b="b" l="l" r="r" t="t"/>
              <a:pathLst>
                <a:path extrusionOk="0" h="193" w="385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38"/>
            <p:cNvSpPr/>
            <p:nvPr/>
          </p:nvSpPr>
          <p:spPr>
            <a:xfrm>
              <a:off x="2882012" y="4868057"/>
              <a:ext cx="368237" cy="131423"/>
            </a:xfrm>
            <a:custGeom>
              <a:rect b="b" l="l" r="r" t="t"/>
              <a:pathLst>
                <a:path extrusionOk="0" h="199" w="559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38"/>
            <p:cNvSpPr/>
            <p:nvPr/>
          </p:nvSpPr>
          <p:spPr>
            <a:xfrm>
              <a:off x="2710863" y="4516635"/>
              <a:ext cx="710756" cy="140081"/>
            </a:xfrm>
            <a:custGeom>
              <a:rect b="b" l="l" r="r" t="t"/>
              <a:pathLst>
                <a:path extrusionOk="0" h="212" w="1079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38"/>
            <p:cNvSpPr/>
            <p:nvPr/>
          </p:nvSpPr>
          <p:spPr>
            <a:xfrm>
              <a:off x="2768061" y="4634293"/>
              <a:ext cx="596361" cy="136528"/>
            </a:xfrm>
            <a:custGeom>
              <a:rect b="b" l="l" r="r" t="t"/>
              <a:pathLst>
                <a:path extrusionOk="0" h="207" w="905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1" name="Google Shape;1181;p38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1182" name="Google Shape;1182;p38"/>
            <p:cNvSpPr/>
            <p:nvPr/>
          </p:nvSpPr>
          <p:spPr>
            <a:xfrm>
              <a:off x="5209000" y="4739226"/>
              <a:ext cx="363469" cy="371197"/>
            </a:xfrm>
            <a:custGeom>
              <a:rect b="b" l="l" r="r" t="t"/>
              <a:pathLst>
                <a:path extrusionOk="0" h="641" w="629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38"/>
            <p:cNvSpPr/>
            <p:nvPr/>
          </p:nvSpPr>
          <p:spPr>
            <a:xfrm>
              <a:off x="4852681" y="4739226"/>
              <a:ext cx="363265" cy="371197"/>
            </a:xfrm>
            <a:custGeom>
              <a:rect b="b" l="l" r="r" t="t"/>
              <a:pathLst>
                <a:path extrusionOk="0" h="641" w="629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38"/>
            <p:cNvSpPr/>
            <p:nvPr/>
          </p:nvSpPr>
          <p:spPr>
            <a:xfrm>
              <a:off x="5044529" y="4457861"/>
              <a:ext cx="336092" cy="363011"/>
            </a:xfrm>
            <a:custGeom>
              <a:rect b="b" l="l" r="r" t="t"/>
              <a:pathLst>
                <a:path extrusionOk="0" h="627" w="582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5" name="Google Shape;1185;p38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1186" name="Google Shape;1186;p38"/>
            <p:cNvSpPr/>
            <p:nvPr/>
          </p:nvSpPr>
          <p:spPr>
            <a:xfrm>
              <a:off x="7360523" y="4580400"/>
              <a:ext cx="360007" cy="280995"/>
            </a:xfrm>
            <a:custGeom>
              <a:rect b="b" l="l" r="r" t="t"/>
              <a:pathLst>
                <a:path extrusionOk="0" h="548" w="701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38"/>
            <p:cNvSpPr/>
            <p:nvPr/>
          </p:nvSpPr>
          <p:spPr>
            <a:xfrm>
              <a:off x="7359894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38"/>
            <p:cNvSpPr/>
            <p:nvPr/>
          </p:nvSpPr>
          <p:spPr>
            <a:xfrm>
              <a:off x="7079935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38"/>
            <p:cNvSpPr/>
            <p:nvPr/>
          </p:nvSpPr>
          <p:spPr>
            <a:xfrm>
              <a:off x="7000306" y="4580400"/>
              <a:ext cx="360216" cy="280995"/>
            </a:xfrm>
            <a:custGeom>
              <a:rect b="b" l="l" r="r" t="t"/>
              <a:pathLst>
                <a:path extrusionOk="0" h="548" w="701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38"/>
            <p:cNvSpPr/>
            <p:nvPr/>
          </p:nvSpPr>
          <p:spPr>
            <a:xfrm>
              <a:off x="7228925" y="4442411"/>
              <a:ext cx="262985" cy="354379"/>
            </a:xfrm>
            <a:custGeom>
              <a:rect b="b" l="l" r="r" t="t"/>
              <a:pathLst>
                <a:path extrusionOk="0" h="691" w="512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1" name="Google Shape;1191;p38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1192" name="Google Shape;1192;p38"/>
            <p:cNvSpPr/>
            <p:nvPr/>
          </p:nvSpPr>
          <p:spPr>
            <a:xfrm>
              <a:off x="8177523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38"/>
            <p:cNvSpPr/>
            <p:nvPr/>
          </p:nvSpPr>
          <p:spPr>
            <a:xfrm>
              <a:off x="8434850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38"/>
            <p:cNvSpPr/>
            <p:nvPr/>
          </p:nvSpPr>
          <p:spPr>
            <a:xfrm>
              <a:off x="8434850" y="4663708"/>
              <a:ext cx="359635" cy="240202"/>
            </a:xfrm>
            <a:custGeom>
              <a:rect b="b" l="l" r="r" t="t"/>
              <a:pathLst>
                <a:path extrusionOk="0" h="375" w="562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38"/>
            <p:cNvSpPr/>
            <p:nvPr/>
          </p:nvSpPr>
          <p:spPr>
            <a:xfrm>
              <a:off x="8434850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38"/>
            <p:cNvSpPr/>
            <p:nvPr/>
          </p:nvSpPr>
          <p:spPr>
            <a:xfrm>
              <a:off x="8074325" y="4663708"/>
              <a:ext cx="360524" cy="240202"/>
            </a:xfrm>
            <a:custGeom>
              <a:rect b="b" l="l" r="r" t="t"/>
              <a:pathLst>
                <a:path extrusionOk="0" h="375" w="563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38"/>
            <p:cNvSpPr/>
            <p:nvPr/>
          </p:nvSpPr>
          <p:spPr>
            <a:xfrm>
              <a:off x="8177523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8" name="Google Shape;1198;p38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1199" name="Google Shape;1199;p38"/>
            <p:cNvSpPr/>
            <p:nvPr/>
          </p:nvSpPr>
          <p:spPr>
            <a:xfrm>
              <a:off x="10225338" y="4708710"/>
              <a:ext cx="373555" cy="362034"/>
            </a:xfrm>
            <a:custGeom>
              <a:rect b="b" l="l" r="r" t="t"/>
              <a:pathLst>
                <a:path extrusionOk="0" h="614" w="635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38"/>
            <p:cNvSpPr/>
            <p:nvPr/>
          </p:nvSpPr>
          <p:spPr>
            <a:xfrm>
              <a:off x="10067759" y="4425243"/>
              <a:ext cx="361073" cy="361365"/>
            </a:xfrm>
            <a:custGeom>
              <a:rect b="b" l="l" r="r" t="t"/>
              <a:pathLst>
                <a:path extrusionOk="0" h="613" w="614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38"/>
            <p:cNvSpPr/>
            <p:nvPr/>
          </p:nvSpPr>
          <p:spPr>
            <a:xfrm>
              <a:off x="9878975" y="4708710"/>
              <a:ext cx="359959" cy="362034"/>
            </a:xfrm>
            <a:custGeom>
              <a:rect b="b" l="l" r="r" t="t"/>
              <a:pathLst>
                <a:path extrusionOk="0" h="614" w="612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2" name="Google Shape;1202;p38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1203" name="Google Shape;1203;p38"/>
            <p:cNvSpPr/>
            <p:nvPr/>
          </p:nvSpPr>
          <p:spPr>
            <a:xfrm>
              <a:off x="10914544" y="4407150"/>
              <a:ext cx="349099" cy="392923"/>
            </a:xfrm>
            <a:custGeom>
              <a:rect b="b" l="l" r="r" t="t"/>
              <a:pathLst>
                <a:path extrusionOk="0" h="712" w="632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38"/>
            <p:cNvSpPr/>
            <p:nvPr/>
          </p:nvSpPr>
          <p:spPr>
            <a:xfrm>
              <a:off x="10933187" y="4759296"/>
              <a:ext cx="393264" cy="329541"/>
            </a:xfrm>
            <a:custGeom>
              <a:rect b="b" l="l" r="r" t="t"/>
              <a:pathLst>
                <a:path extrusionOk="0" h="597" w="712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38"/>
            <p:cNvSpPr/>
            <p:nvPr/>
          </p:nvSpPr>
          <p:spPr>
            <a:xfrm>
              <a:off x="11285615" y="4696357"/>
              <a:ext cx="330458" cy="392479"/>
            </a:xfrm>
            <a:custGeom>
              <a:rect b="b" l="l" r="r" t="t"/>
              <a:pathLst>
                <a:path extrusionOk="0" h="711" w="598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38"/>
            <p:cNvSpPr/>
            <p:nvPr/>
          </p:nvSpPr>
          <p:spPr>
            <a:xfrm>
              <a:off x="11222808" y="4407150"/>
              <a:ext cx="411906" cy="329541"/>
            </a:xfrm>
            <a:custGeom>
              <a:rect b="b" l="l" r="r" t="t"/>
              <a:pathLst>
                <a:path extrusionOk="0" h="597" w="746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7" name="Google Shape;1207;p38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1208" name="Google Shape;1208;p38"/>
            <p:cNvSpPr/>
            <p:nvPr/>
          </p:nvSpPr>
          <p:spPr>
            <a:xfrm>
              <a:off x="8843122" y="4664371"/>
              <a:ext cx="351295" cy="411356"/>
            </a:xfrm>
            <a:custGeom>
              <a:rect b="b" l="l" r="r" t="t"/>
              <a:pathLst>
                <a:path extrusionOk="0" h="618" w="53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38"/>
            <p:cNvSpPr/>
            <p:nvPr/>
          </p:nvSpPr>
          <p:spPr>
            <a:xfrm>
              <a:off x="9232824" y="4664371"/>
              <a:ext cx="330500" cy="411356"/>
            </a:xfrm>
            <a:custGeom>
              <a:rect b="b" l="l" r="r" t="t"/>
              <a:pathLst>
                <a:path extrusionOk="0" h="618" w="499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38"/>
            <p:cNvSpPr/>
            <p:nvPr/>
          </p:nvSpPr>
          <p:spPr>
            <a:xfrm>
              <a:off x="9108305" y="4859367"/>
              <a:ext cx="210630" cy="182470"/>
            </a:xfrm>
            <a:custGeom>
              <a:rect b="b" l="l" r="r" t="t"/>
              <a:pathLst>
                <a:path extrusionOk="0" h="274" w="318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38"/>
            <p:cNvSpPr/>
            <p:nvPr/>
          </p:nvSpPr>
          <p:spPr>
            <a:xfrm>
              <a:off x="8990881" y="4420259"/>
              <a:ext cx="445234" cy="224220"/>
            </a:xfrm>
            <a:custGeom>
              <a:rect b="b" l="l" r="r" t="t"/>
              <a:pathLst>
                <a:path extrusionOk="0" h="337" w="672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38"/>
            <p:cNvSpPr/>
            <p:nvPr/>
          </p:nvSpPr>
          <p:spPr>
            <a:xfrm>
              <a:off x="8988924" y="4625814"/>
              <a:ext cx="207939" cy="207766"/>
            </a:xfrm>
            <a:custGeom>
              <a:rect b="b" l="l" r="r" t="t"/>
              <a:pathLst>
                <a:path extrusionOk="0" h="312" w="314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38"/>
            <p:cNvSpPr/>
            <p:nvPr/>
          </p:nvSpPr>
          <p:spPr>
            <a:xfrm>
              <a:off x="9232824" y="4627288"/>
              <a:ext cx="203291" cy="203591"/>
            </a:xfrm>
            <a:custGeom>
              <a:rect b="b" l="l" r="r" t="t"/>
              <a:pathLst>
                <a:path extrusionOk="0" h="306" w="307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4" name="Google Shape;1214;p38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1215" name="Google Shape;1215;p38"/>
            <p:cNvSpPr/>
            <p:nvPr/>
          </p:nvSpPr>
          <p:spPr>
            <a:xfrm>
              <a:off x="1774546" y="3475620"/>
              <a:ext cx="261417" cy="238347"/>
            </a:xfrm>
            <a:custGeom>
              <a:rect b="b" l="l" r="r" t="t"/>
              <a:pathLst>
                <a:path extrusionOk="0" h="351" w="385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38"/>
            <p:cNvSpPr/>
            <p:nvPr/>
          </p:nvSpPr>
          <p:spPr>
            <a:xfrm>
              <a:off x="2000650" y="3426634"/>
              <a:ext cx="230321" cy="296287"/>
            </a:xfrm>
            <a:custGeom>
              <a:rect b="b" l="l" r="r" t="t"/>
              <a:pathLst>
                <a:path extrusionOk="0" h="436" w="339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38"/>
            <p:cNvSpPr/>
            <p:nvPr/>
          </p:nvSpPr>
          <p:spPr>
            <a:xfrm>
              <a:off x="1774546" y="3225422"/>
              <a:ext cx="211874" cy="236503"/>
            </a:xfrm>
            <a:custGeom>
              <a:rect b="b" l="l" r="r" t="t"/>
              <a:pathLst>
                <a:path extrusionOk="0" h="348" w="312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38"/>
            <p:cNvSpPr/>
            <p:nvPr/>
          </p:nvSpPr>
          <p:spPr>
            <a:xfrm>
              <a:off x="1951107" y="3243857"/>
              <a:ext cx="274329" cy="218067"/>
            </a:xfrm>
            <a:custGeom>
              <a:rect b="b" l="l" r="r" t="t"/>
              <a:pathLst>
                <a:path extrusionOk="0" h="321" w="404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38"/>
            <p:cNvSpPr/>
            <p:nvPr/>
          </p:nvSpPr>
          <p:spPr>
            <a:xfrm>
              <a:off x="1858610" y="3710542"/>
              <a:ext cx="173926" cy="152226"/>
            </a:xfrm>
            <a:custGeom>
              <a:rect b="b" l="l" r="r" t="t"/>
              <a:pathLst>
                <a:path extrusionOk="0" h="224" w="256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38"/>
            <p:cNvSpPr/>
            <p:nvPr/>
          </p:nvSpPr>
          <p:spPr>
            <a:xfrm>
              <a:off x="1521825" y="3426634"/>
              <a:ext cx="288560" cy="234396"/>
            </a:xfrm>
            <a:custGeom>
              <a:rect b="b" l="l" r="r" t="t"/>
              <a:pathLst>
                <a:path extrusionOk="0" h="345" w="425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38"/>
            <p:cNvSpPr/>
            <p:nvPr/>
          </p:nvSpPr>
          <p:spPr>
            <a:xfrm>
              <a:off x="1510757" y="3234903"/>
              <a:ext cx="299628" cy="227021"/>
            </a:xfrm>
            <a:custGeom>
              <a:rect b="b" l="l" r="r" t="t"/>
              <a:pathLst>
                <a:path extrusionOk="0" h="334" w="441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2" name="Google Shape;1222;p38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1223" name="Google Shape;1223;p38"/>
            <p:cNvSpPr/>
            <p:nvPr/>
          </p:nvSpPr>
          <p:spPr>
            <a:xfrm>
              <a:off x="2595501" y="3269807"/>
              <a:ext cx="416349" cy="273171"/>
            </a:xfrm>
            <a:custGeom>
              <a:rect b="b" l="l" r="r" t="t"/>
              <a:pathLst>
                <a:path extrusionOk="0" h="472" w="722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38"/>
            <p:cNvSpPr/>
            <p:nvPr/>
          </p:nvSpPr>
          <p:spPr>
            <a:xfrm>
              <a:off x="2903528" y="3560177"/>
              <a:ext cx="374670" cy="273617"/>
            </a:xfrm>
            <a:custGeom>
              <a:rect b="b" l="l" r="r" t="t"/>
              <a:pathLst>
                <a:path extrusionOk="0" h="473" w="65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38"/>
            <p:cNvSpPr/>
            <p:nvPr/>
          </p:nvSpPr>
          <p:spPr>
            <a:xfrm>
              <a:off x="2635397" y="3497189"/>
              <a:ext cx="313600" cy="337276"/>
            </a:xfrm>
            <a:custGeom>
              <a:rect b="b" l="l" r="r" t="t"/>
              <a:pathLst>
                <a:path extrusionOk="0" h="583" w="544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38"/>
            <p:cNvSpPr/>
            <p:nvPr/>
          </p:nvSpPr>
          <p:spPr>
            <a:xfrm>
              <a:off x="2966382" y="3253725"/>
              <a:ext cx="349261" cy="352241"/>
            </a:xfrm>
            <a:custGeom>
              <a:rect b="b" l="l" r="r" t="t"/>
              <a:pathLst>
                <a:path extrusionOk="0" h="609" w="606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7" name="Google Shape;1227;p38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1228" name="Google Shape;1228;p38"/>
            <p:cNvSpPr/>
            <p:nvPr/>
          </p:nvSpPr>
          <p:spPr>
            <a:xfrm>
              <a:off x="5143387" y="3232375"/>
              <a:ext cx="338512" cy="556553"/>
            </a:xfrm>
            <a:custGeom>
              <a:rect b="b" l="l" r="r" t="t"/>
              <a:pathLst>
                <a:path extrusionOk="0" h="847" w="517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38"/>
            <p:cNvSpPr/>
            <p:nvPr/>
          </p:nvSpPr>
          <p:spPr>
            <a:xfrm>
              <a:off x="4783248" y="3418197"/>
              <a:ext cx="616697" cy="485785"/>
            </a:xfrm>
            <a:custGeom>
              <a:rect b="b" l="l" r="r" t="t"/>
              <a:pathLst>
                <a:path extrusionOk="0" h="739" w="942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38"/>
            <p:cNvSpPr/>
            <p:nvPr/>
          </p:nvSpPr>
          <p:spPr>
            <a:xfrm>
              <a:off x="4764809" y="3184208"/>
              <a:ext cx="585965" cy="520485"/>
            </a:xfrm>
            <a:custGeom>
              <a:rect b="b" l="l" r="r" t="t"/>
              <a:pathLst>
                <a:path extrusionOk="0" h="792" w="895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1" name="Google Shape;1231;p38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1232" name="Google Shape;1232;p38"/>
            <p:cNvSpPr/>
            <p:nvPr/>
          </p:nvSpPr>
          <p:spPr>
            <a:xfrm>
              <a:off x="3680173" y="3232386"/>
              <a:ext cx="468746" cy="451568"/>
            </a:xfrm>
            <a:custGeom>
              <a:rect b="b" l="l" r="r" t="t"/>
              <a:pathLst>
                <a:path extrusionOk="0" h="326" w="341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38"/>
            <p:cNvSpPr/>
            <p:nvPr/>
          </p:nvSpPr>
          <p:spPr>
            <a:xfrm>
              <a:off x="3743529" y="3408162"/>
              <a:ext cx="548171" cy="449028"/>
            </a:xfrm>
            <a:custGeom>
              <a:rect b="b" l="l" r="r" t="t"/>
              <a:pathLst>
                <a:path extrusionOk="0" h="324" w="399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38"/>
            <p:cNvSpPr/>
            <p:nvPr/>
          </p:nvSpPr>
          <p:spPr>
            <a:xfrm>
              <a:off x="4061000" y="3231000"/>
              <a:ext cx="339279" cy="508390"/>
            </a:xfrm>
            <a:custGeom>
              <a:rect b="b" l="l" r="r" t="t"/>
              <a:pathLst>
                <a:path extrusionOk="0" h="367" w="247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5" name="Google Shape;1235;p38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1236" name="Google Shape;1236;p38"/>
            <p:cNvSpPr/>
            <p:nvPr/>
          </p:nvSpPr>
          <p:spPr>
            <a:xfrm>
              <a:off x="7304099" y="3430106"/>
              <a:ext cx="343064" cy="228463"/>
            </a:xfrm>
            <a:custGeom>
              <a:rect b="b" l="l" r="r" t="t"/>
              <a:pathLst>
                <a:path extrusionOk="0" h="391" w="59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38"/>
            <p:cNvSpPr/>
            <p:nvPr/>
          </p:nvSpPr>
          <p:spPr>
            <a:xfrm>
              <a:off x="6931035" y="3430106"/>
              <a:ext cx="343548" cy="228463"/>
            </a:xfrm>
            <a:custGeom>
              <a:rect b="b" l="l" r="r" t="t"/>
              <a:pathLst>
                <a:path extrusionOk="0" h="391" w="591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38"/>
            <p:cNvSpPr/>
            <p:nvPr/>
          </p:nvSpPr>
          <p:spPr>
            <a:xfrm>
              <a:off x="7175631" y="3184144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38"/>
            <p:cNvSpPr/>
            <p:nvPr/>
          </p:nvSpPr>
          <p:spPr>
            <a:xfrm>
              <a:off x="7175631" y="3558678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0" name="Google Shape;1240;p38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1241" name="Google Shape;1241;p38"/>
            <p:cNvSpPr/>
            <p:nvPr/>
          </p:nvSpPr>
          <p:spPr>
            <a:xfrm>
              <a:off x="6207893" y="3184067"/>
              <a:ext cx="355998" cy="422879"/>
            </a:xfrm>
            <a:custGeom>
              <a:rect b="b" l="l" r="r" t="t"/>
              <a:pathLst>
                <a:path extrusionOk="0" h="642" w="54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38"/>
            <p:cNvSpPr/>
            <p:nvPr/>
          </p:nvSpPr>
          <p:spPr>
            <a:xfrm>
              <a:off x="5846429" y="3186676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5849043" y="3481007"/>
              <a:ext cx="355998" cy="423115"/>
            </a:xfrm>
            <a:custGeom>
              <a:rect b="b" l="l" r="r" t="t"/>
              <a:pathLst>
                <a:path extrusionOk="0" h="642" w="54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38"/>
            <p:cNvSpPr/>
            <p:nvPr/>
          </p:nvSpPr>
          <p:spPr>
            <a:xfrm>
              <a:off x="6143252" y="3545755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5" name="Google Shape;1245;p38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1246" name="Google Shape;1246;p38"/>
            <p:cNvSpPr/>
            <p:nvPr/>
          </p:nvSpPr>
          <p:spPr>
            <a:xfrm>
              <a:off x="781315" y="3461564"/>
              <a:ext cx="274086" cy="162243"/>
            </a:xfrm>
            <a:custGeom>
              <a:rect b="b" l="l" r="r" t="t"/>
              <a:pathLst>
                <a:path extrusionOk="0" h="302" w="513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8"/>
            <p:cNvSpPr/>
            <p:nvPr/>
          </p:nvSpPr>
          <p:spPr>
            <a:xfrm>
              <a:off x="850087" y="3183978"/>
              <a:ext cx="259850" cy="244775"/>
            </a:xfrm>
            <a:custGeom>
              <a:rect b="b" l="l" r="r" t="t"/>
              <a:pathLst>
                <a:path extrusionOk="0" h="456" w="486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8"/>
            <p:cNvSpPr/>
            <p:nvPr/>
          </p:nvSpPr>
          <p:spPr>
            <a:xfrm>
              <a:off x="655600" y="3264496"/>
              <a:ext cx="213333" cy="294294"/>
            </a:xfrm>
            <a:custGeom>
              <a:rect b="b" l="l" r="r" t="t"/>
              <a:pathLst>
                <a:path extrusionOk="0" h="548" w="399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673846" y="3654405"/>
              <a:ext cx="303960" cy="249807"/>
            </a:xfrm>
            <a:custGeom>
              <a:rect b="b" l="l" r="r" t="t"/>
              <a:pathLst>
                <a:path extrusionOk="0" h="465" w="569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959159" y="3535238"/>
              <a:ext cx="187068" cy="287248"/>
            </a:xfrm>
            <a:custGeom>
              <a:rect b="b" l="l" r="r" t="t"/>
              <a:pathLst>
                <a:path extrusionOk="0" h="535" w="35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1" name="Google Shape;1251;p38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1252" name="Google Shape;1252;p38"/>
            <p:cNvSpPr/>
            <p:nvPr/>
          </p:nvSpPr>
          <p:spPr>
            <a:xfrm>
              <a:off x="8011692" y="3885096"/>
              <a:ext cx="306496" cy="18928"/>
            </a:xfrm>
            <a:custGeom>
              <a:rect b="b" l="l" r="r" t="t"/>
              <a:pathLst>
                <a:path extrusionOk="0" h="35" w="569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8"/>
            <p:cNvSpPr/>
            <p:nvPr/>
          </p:nvSpPr>
          <p:spPr>
            <a:xfrm>
              <a:off x="8011692" y="3184166"/>
              <a:ext cx="306496" cy="40025"/>
            </a:xfrm>
            <a:custGeom>
              <a:rect b="b" l="l" r="r" t="t"/>
              <a:pathLst>
                <a:path extrusionOk="0" h="74" w="569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8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38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38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38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8" name="Google Shape;1258;p38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1259" name="Google Shape;1259;p38"/>
            <p:cNvSpPr/>
            <p:nvPr/>
          </p:nvSpPr>
          <p:spPr>
            <a:xfrm>
              <a:off x="4756150" y="630237"/>
              <a:ext cx="2397126" cy="1016000"/>
            </a:xfrm>
            <a:custGeom>
              <a:rect b="b" l="l" r="r" t="t"/>
              <a:pathLst>
                <a:path extrusionOk="0" h="233" w="55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38"/>
            <p:cNvSpPr/>
            <p:nvPr/>
          </p:nvSpPr>
          <p:spPr>
            <a:xfrm>
              <a:off x="4556125" y="1357312"/>
              <a:ext cx="3081338" cy="1135062"/>
            </a:xfrm>
            <a:custGeom>
              <a:rect b="b" l="l" r="r" t="t"/>
              <a:pathLst>
                <a:path extrusionOk="0" h="260" w="707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8"/>
            <p:cNvSpPr/>
            <p:nvPr/>
          </p:nvSpPr>
          <p:spPr>
            <a:xfrm>
              <a:off x="4556125" y="2168525"/>
              <a:ext cx="3081338" cy="1139825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38"/>
            <p:cNvSpPr/>
            <p:nvPr/>
          </p:nvSpPr>
          <p:spPr>
            <a:xfrm>
              <a:off x="4556125" y="2981325"/>
              <a:ext cx="3081338" cy="1138237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38"/>
            <p:cNvSpPr/>
            <p:nvPr/>
          </p:nvSpPr>
          <p:spPr>
            <a:xfrm>
              <a:off x="4830762" y="4476750"/>
              <a:ext cx="2535237" cy="1722437"/>
            </a:xfrm>
            <a:custGeom>
              <a:rect b="b" l="l" r="r" t="t"/>
              <a:pathLst>
                <a:path extrusionOk="0" h="395" w="582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8"/>
            <p:cNvSpPr/>
            <p:nvPr/>
          </p:nvSpPr>
          <p:spPr>
            <a:xfrm>
              <a:off x="5078412" y="4067175"/>
              <a:ext cx="714375" cy="322262"/>
            </a:xfrm>
            <a:custGeom>
              <a:rect b="b" l="l" r="r" t="t"/>
              <a:pathLst>
                <a:path extrusionOk="0" h="74" w="164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8"/>
            <p:cNvSpPr/>
            <p:nvPr/>
          </p:nvSpPr>
          <p:spPr>
            <a:xfrm>
              <a:off x="6389687" y="3844925"/>
              <a:ext cx="715962" cy="544512"/>
            </a:xfrm>
            <a:custGeom>
              <a:rect b="b" l="l" r="r" t="t"/>
              <a:pathLst>
                <a:path extrusionOk="0" h="125" w="164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6" name="Google Shape;1266;p38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1267" name="Google Shape;1267;p38"/>
            <p:cNvSpPr/>
            <p:nvPr/>
          </p:nvSpPr>
          <p:spPr>
            <a:xfrm>
              <a:off x="1674084" y="3354958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38"/>
            <p:cNvSpPr/>
            <p:nvPr/>
          </p:nvSpPr>
          <p:spPr>
            <a:xfrm>
              <a:off x="1674084" y="3534654"/>
              <a:ext cx="179880" cy="21352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38"/>
            <p:cNvSpPr/>
            <p:nvPr/>
          </p:nvSpPr>
          <p:spPr>
            <a:xfrm>
              <a:off x="1861110" y="3214987"/>
              <a:ext cx="212190" cy="179696"/>
            </a:xfrm>
            <a:custGeom>
              <a:rect b="b" l="l" r="r" t="t"/>
              <a:pathLst>
                <a:path extrusionOk="0" h="204" w="241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38"/>
            <p:cNvSpPr/>
            <p:nvPr/>
          </p:nvSpPr>
          <p:spPr>
            <a:xfrm>
              <a:off x="2040679" y="3214987"/>
              <a:ext cx="213433" cy="179696"/>
            </a:xfrm>
            <a:custGeom>
              <a:rect b="b" l="l" r="r" t="t"/>
              <a:pathLst>
                <a:path extrusionOk="0" h="204" w="242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38"/>
            <p:cNvSpPr/>
            <p:nvPr/>
          </p:nvSpPr>
          <p:spPr>
            <a:xfrm>
              <a:off x="1674084" y="3714660"/>
              <a:ext cx="173666" cy="220353"/>
            </a:xfrm>
            <a:custGeom>
              <a:rect b="b" l="l" r="r" t="t"/>
              <a:pathLst>
                <a:path extrusionOk="0" h="250" w="197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38"/>
            <p:cNvSpPr/>
            <p:nvPr/>
          </p:nvSpPr>
          <p:spPr>
            <a:xfrm>
              <a:off x="1674084" y="3214987"/>
              <a:ext cx="219646" cy="173489"/>
            </a:xfrm>
            <a:custGeom>
              <a:rect b="b" l="l" r="r" t="t"/>
              <a:pathLst>
                <a:path extrusionOk="0" h="197" w="249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38"/>
            <p:cNvSpPr/>
            <p:nvPr/>
          </p:nvSpPr>
          <p:spPr>
            <a:xfrm>
              <a:off x="1995010" y="3754076"/>
              <a:ext cx="212501" cy="180938"/>
            </a:xfrm>
            <a:custGeom>
              <a:rect b="b" l="l" r="r" t="t"/>
              <a:pathLst>
                <a:path extrusionOk="0" h="205" w="241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38"/>
            <p:cNvSpPr/>
            <p:nvPr/>
          </p:nvSpPr>
          <p:spPr>
            <a:xfrm>
              <a:off x="2220560" y="3214987"/>
              <a:ext cx="173666" cy="219422"/>
            </a:xfrm>
            <a:custGeom>
              <a:rect b="b" l="l" r="r" t="t"/>
              <a:pathLst>
                <a:path extrusionOk="0" h="249" w="197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38"/>
            <p:cNvSpPr/>
            <p:nvPr/>
          </p:nvSpPr>
          <p:spPr>
            <a:xfrm>
              <a:off x="2214346" y="3400890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38"/>
            <p:cNvSpPr/>
            <p:nvPr/>
          </p:nvSpPr>
          <p:spPr>
            <a:xfrm>
              <a:off x="1814198" y="3754076"/>
              <a:ext cx="213433" cy="180938"/>
            </a:xfrm>
            <a:custGeom>
              <a:rect b="b" l="l" r="r" t="t"/>
              <a:pathLst>
                <a:path extrusionOk="0" h="205" w="242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38"/>
            <p:cNvSpPr/>
            <p:nvPr/>
          </p:nvSpPr>
          <p:spPr>
            <a:xfrm>
              <a:off x="2214346" y="3580587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38"/>
            <p:cNvSpPr/>
            <p:nvPr/>
          </p:nvSpPr>
          <p:spPr>
            <a:xfrm>
              <a:off x="2174890" y="3760283"/>
              <a:ext cx="219335" cy="174731"/>
            </a:xfrm>
            <a:custGeom>
              <a:rect b="b" l="l" r="r" t="t"/>
              <a:pathLst>
                <a:path extrusionOk="0" h="198" w="249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9" name="Google Shape;1279;p38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1280" name="Google Shape;1280;p38"/>
            <p:cNvSpPr/>
            <p:nvPr/>
          </p:nvSpPr>
          <p:spPr>
            <a:xfrm>
              <a:off x="557511" y="3214925"/>
              <a:ext cx="434543" cy="347863"/>
            </a:xfrm>
            <a:custGeom>
              <a:rect b="b" l="l" r="r" t="t"/>
              <a:pathLst>
                <a:path extrusionOk="0" h="412" w="515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38"/>
            <p:cNvSpPr/>
            <p:nvPr/>
          </p:nvSpPr>
          <p:spPr>
            <a:xfrm>
              <a:off x="929646" y="3214925"/>
              <a:ext cx="347700" cy="434664"/>
            </a:xfrm>
            <a:custGeom>
              <a:rect b="b" l="l" r="r" t="t"/>
              <a:pathLst>
                <a:path extrusionOk="0" h="515" w="412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38"/>
            <p:cNvSpPr/>
            <p:nvPr/>
          </p:nvSpPr>
          <p:spPr>
            <a:xfrm>
              <a:off x="557511" y="3500411"/>
              <a:ext cx="347040" cy="434664"/>
            </a:xfrm>
            <a:custGeom>
              <a:rect b="b" l="l" r="r" t="t"/>
              <a:pathLst>
                <a:path extrusionOk="0" h="515" w="411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842804" y="3588202"/>
              <a:ext cx="434543" cy="346873"/>
            </a:xfrm>
            <a:custGeom>
              <a:rect b="b" l="l" r="r" t="t"/>
              <a:pathLst>
                <a:path extrusionOk="0" h="411" w="515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4" name="Google Shape;1284;p38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1285" name="Google Shape;1285;p38"/>
            <p:cNvSpPr/>
            <p:nvPr/>
          </p:nvSpPr>
          <p:spPr>
            <a:xfrm>
              <a:off x="1147762" y="2425700"/>
              <a:ext cx="2505075" cy="3325813"/>
            </a:xfrm>
            <a:custGeom>
              <a:rect b="b" l="l" r="r" t="t"/>
              <a:pathLst>
                <a:path extrusionOk="0" h="751" w="566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38"/>
            <p:cNvSpPr/>
            <p:nvPr/>
          </p:nvSpPr>
          <p:spPr>
            <a:xfrm>
              <a:off x="2617787" y="3519487"/>
              <a:ext cx="3667125" cy="2232024"/>
            </a:xfrm>
            <a:custGeom>
              <a:rect b="b" l="l" r="r" t="t"/>
              <a:pathLst>
                <a:path extrusionOk="0" h="504" w="829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2449512" y="1131887"/>
              <a:ext cx="3167061" cy="3259137"/>
            </a:xfrm>
            <a:custGeom>
              <a:rect b="b" l="l" r="r" t="t"/>
              <a:pathLst>
                <a:path extrusionOk="0" h="736" w="716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8" name="Google Shape;1288;p38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1289" name="Google Shape;1289;p38"/>
            <p:cNvSpPr/>
            <p:nvPr/>
          </p:nvSpPr>
          <p:spPr>
            <a:xfrm>
              <a:off x="4814887" y="3284537"/>
              <a:ext cx="1673225" cy="1187450"/>
            </a:xfrm>
            <a:custGeom>
              <a:rect b="b" l="l" r="r" t="t"/>
              <a:pathLst>
                <a:path extrusionOk="0" h="270" w="381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38"/>
            <p:cNvSpPr/>
            <p:nvPr/>
          </p:nvSpPr>
          <p:spPr>
            <a:xfrm>
              <a:off x="2355850" y="4164012"/>
              <a:ext cx="1208087" cy="1560512"/>
            </a:xfrm>
            <a:custGeom>
              <a:rect b="b" l="l" r="r" t="t"/>
              <a:pathLst>
                <a:path extrusionOk="0" h="355" w="275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38"/>
            <p:cNvSpPr/>
            <p:nvPr/>
          </p:nvSpPr>
          <p:spPr>
            <a:xfrm>
              <a:off x="2636837" y="1443037"/>
              <a:ext cx="1581150" cy="1635125"/>
            </a:xfrm>
            <a:custGeom>
              <a:rect b="b" l="l" r="r" t="t"/>
              <a:pathLst>
                <a:path extrusionOk="0" h="372" w="36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38"/>
            <p:cNvSpPr/>
            <p:nvPr/>
          </p:nvSpPr>
          <p:spPr>
            <a:xfrm>
              <a:off x="1570037" y="3162300"/>
              <a:ext cx="1800225" cy="2562225"/>
            </a:xfrm>
            <a:custGeom>
              <a:rect b="b" l="l" r="r" t="t"/>
              <a:pathLst>
                <a:path extrusionOk="0" h="583" w="41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38"/>
            <p:cNvSpPr/>
            <p:nvPr/>
          </p:nvSpPr>
          <p:spPr>
            <a:xfrm>
              <a:off x="3101975" y="1341437"/>
              <a:ext cx="2481262" cy="1855787"/>
            </a:xfrm>
            <a:custGeom>
              <a:rect b="b" l="l" r="r" t="t"/>
              <a:pathLst>
                <a:path extrusionOk="0" h="422" w="565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38"/>
            <p:cNvSpPr/>
            <p:nvPr/>
          </p:nvSpPr>
          <p:spPr>
            <a:xfrm>
              <a:off x="4019550" y="4094162"/>
              <a:ext cx="2493962" cy="1824037"/>
            </a:xfrm>
            <a:custGeom>
              <a:rect b="b" l="l" r="r" t="t"/>
              <a:pathLst>
                <a:path extrusionOk="0" h="415" w="568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5" name="Google Shape;1295;p38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296" name="Google Shape;1296;p38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38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38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38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38"/>
            <p:cNvSpPr/>
            <p:nvPr/>
          </p:nvSpPr>
          <p:spPr>
            <a:xfrm>
              <a:off x="6011100" y="5535496"/>
              <a:ext cx="228017" cy="163872"/>
            </a:xfrm>
            <a:custGeom>
              <a:rect b="b" l="l" r="r" t="t"/>
              <a:pathLst>
                <a:path extrusionOk="0" h="258" w="362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38"/>
            <p:cNvSpPr/>
            <p:nvPr/>
          </p:nvSpPr>
          <p:spPr>
            <a:xfrm>
              <a:off x="6011100" y="6000263"/>
              <a:ext cx="228017" cy="164103"/>
            </a:xfrm>
            <a:custGeom>
              <a:rect b="b" l="l" r="r" t="t"/>
              <a:pathLst>
                <a:path extrusionOk="0" h="258" w="362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38"/>
            <p:cNvSpPr/>
            <p:nvPr/>
          </p:nvSpPr>
          <p:spPr>
            <a:xfrm>
              <a:off x="5814051" y="5734318"/>
              <a:ext cx="162411" cy="230995"/>
            </a:xfrm>
            <a:custGeom>
              <a:rect b="b" l="l" r="r" t="t"/>
              <a:pathLst>
                <a:path extrusionOk="0" h="363" w="258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38"/>
            <p:cNvSpPr/>
            <p:nvPr/>
          </p:nvSpPr>
          <p:spPr>
            <a:xfrm>
              <a:off x="6273756" y="5735013"/>
              <a:ext cx="162411" cy="230300"/>
            </a:xfrm>
            <a:custGeom>
              <a:rect b="b" l="l" r="r" t="t"/>
              <a:pathLst>
                <a:path extrusionOk="0" h="362" w="258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4" name="Google Shape;1304;p38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305" name="Google Shape;1305;p38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38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38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38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38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38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38"/>
            <p:cNvSpPr/>
            <p:nvPr/>
          </p:nvSpPr>
          <p:spPr>
            <a:xfrm>
              <a:off x="7134476" y="5655289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38"/>
            <p:cNvSpPr/>
            <p:nvPr/>
          </p:nvSpPr>
          <p:spPr>
            <a:xfrm>
              <a:off x="7351783" y="5564482"/>
              <a:ext cx="119371" cy="92287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7548579" y="5894792"/>
              <a:ext cx="138958" cy="149249"/>
            </a:xfrm>
            <a:custGeom>
              <a:rect b="b" l="l" r="r" t="t"/>
              <a:pathLst>
                <a:path extrusionOk="0" h="327" w="305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38"/>
            <p:cNvSpPr/>
            <p:nvPr/>
          </p:nvSpPr>
          <p:spPr>
            <a:xfrm>
              <a:off x="7548579" y="5655844"/>
              <a:ext cx="138958" cy="149065"/>
            </a:xfrm>
            <a:custGeom>
              <a:rect b="b" l="l" r="r" t="t"/>
              <a:pathLst>
                <a:path extrusionOk="0" h="327" w="305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38"/>
            <p:cNvSpPr/>
            <p:nvPr/>
          </p:nvSpPr>
          <p:spPr>
            <a:xfrm>
              <a:off x="7134476" y="5894792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7351783" y="6043117"/>
              <a:ext cx="119371" cy="92102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7" name="Google Shape;1317;p38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318" name="Google Shape;1318;p38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38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38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38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38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38"/>
            <p:cNvSpPr/>
            <p:nvPr/>
          </p:nvSpPr>
          <p:spPr>
            <a:xfrm>
              <a:off x="10198227" y="5672808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38"/>
            <p:cNvSpPr/>
            <p:nvPr/>
          </p:nvSpPr>
          <p:spPr>
            <a:xfrm>
              <a:off x="10197835" y="594458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38"/>
            <p:cNvSpPr/>
            <p:nvPr/>
          </p:nvSpPr>
          <p:spPr>
            <a:xfrm>
              <a:off x="9938649" y="6122111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38"/>
            <p:cNvSpPr/>
            <p:nvPr/>
          </p:nvSpPr>
          <p:spPr>
            <a:xfrm>
              <a:off x="9728084" y="5944196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38"/>
            <p:cNvSpPr/>
            <p:nvPr/>
          </p:nvSpPr>
          <p:spPr>
            <a:xfrm>
              <a:off x="9728084" y="567221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38"/>
            <p:cNvSpPr/>
            <p:nvPr/>
          </p:nvSpPr>
          <p:spPr>
            <a:xfrm>
              <a:off x="9939237" y="5573835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0" name="Google Shape;1330;p38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331" name="Google Shape;1331;p38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38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38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38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38"/>
            <p:cNvSpPr/>
            <p:nvPr/>
          </p:nvSpPr>
          <p:spPr>
            <a:xfrm>
              <a:off x="11595623" y="5710038"/>
              <a:ext cx="28649" cy="276082"/>
            </a:xfrm>
            <a:custGeom>
              <a:rect b="b" l="l" r="r" t="t"/>
              <a:pathLst>
                <a:path extrusionOk="0" h="376" w="39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38"/>
            <p:cNvSpPr/>
            <p:nvPr/>
          </p:nvSpPr>
          <p:spPr>
            <a:xfrm>
              <a:off x="11138826" y="6170527"/>
              <a:ext cx="275351" cy="29145"/>
            </a:xfrm>
            <a:custGeom>
              <a:rect b="b" l="l" r="r" t="t"/>
              <a:pathLst>
                <a:path extrusionOk="0" h="40" w="375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38"/>
            <p:cNvSpPr/>
            <p:nvPr/>
          </p:nvSpPr>
          <p:spPr>
            <a:xfrm>
              <a:off x="10925018" y="5713747"/>
              <a:ext cx="28649" cy="275287"/>
            </a:xfrm>
            <a:custGeom>
              <a:rect b="b" l="l" r="r" t="t"/>
              <a:pathLst>
                <a:path extrusionOk="0" h="375" w="39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38"/>
            <p:cNvSpPr/>
            <p:nvPr/>
          </p:nvSpPr>
          <p:spPr>
            <a:xfrm>
              <a:off x="11135112" y="5499930"/>
              <a:ext cx="275351" cy="28880"/>
            </a:xfrm>
            <a:custGeom>
              <a:rect b="b" l="l" r="r" t="t"/>
              <a:pathLst>
                <a:path extrusionOk="0" h="39" w="375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38"/>
            <p:cNvSpPr/>
            <p:nvPr/>
          </p:nvSpPr>
          <p:spPr>
            <a:xfrm>
              <a:off x="11578115" y="5950881"/>
              <a:ext cx="52789" cy="38948"/>
            </a:xfrm>
            <a:custGeom>
              <a:rect b="b" l="l" r="r" t="t"/>
              <a:pathLst>
                <a:path extrusionOk="0" h="147" w="199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38"/>
            <p:cNvSpPr/>
            <p:nvPr/>
          </p:nvSpPr>
          <p:spPr>
            <a:xfrm>
              <a:off x="11135112" y="6152776"/>
              <a:ext cx="38199" cy="52991"/>
            </a:xfrm>
            <a:custGeom>
              <a:rect b="b" l="l" r="r" t="t"/>
              <a:pathLst>
                <a:path extrusionOk="0" h="200" w="144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38"/>
            <p:cNvSpPr/>
            <p:nvPr/>
          </p:nvSpPr>
          <p:spPr>
            <a:xfrm>
              <a:off x="10918386" y="5710038"/>
              <a:ext cx="53054" cy="38154"/>
            </a:xfrm>
            <a:custGeom>
              <a:rect b="b" l="l" r="r" t="t"/>
              <a:pathLst>
                <a:path extrusionOk="0" h="144" w="20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38"/>
            <p:cNvSpPr/>
            <p:nvPr/>
          </p:nvSpPr>
          <p:spPr>
            <a:xfrm>
              <a:off x="11375979" y="5493571"/>
              <a:ext cx="38199" cy="52726"/>
            </a:xfrm>
            <a:custGeom>
              <a:rect b="b" l="l" r="r" t="t"/>
              <a:pathLst>
                <a:path extrusionOk="0" h="199" w="144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3" name="Google Shape;1343;p38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344" name="Google Shape;1344;p38"/>
            <p:cNvSpPr/>
            <p:nvPr/>
          </p:nvSpPr>
          <p:spPr>
            <a:xfrm>
              <a:off x="8706181" y="5506443"/>
              <a:ext cx="230803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38"/>
            <p:cNvSpPr/>
            <p:nvPr/>
          </p:nvSpPr>
          <p:spPr>
            <a:xfrm>
              <a:off x="8460817" y="5506443"/>
              <a:ext cx="230586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38"/>
            <p:cNvSpPr/>
            <p:nvPr/>
          </p:nvSpPr>
          <p:spPr>
            <a:xfrm>
              <a:off x="8338678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38"/>
            <p:cNvSpPr/>
            <p:nvPr/>
          </p:nvSpPr>
          <p:spPr>
            <a:xfrm>
              <a:off x="8828754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38"/>
            <p:cNvSpPr/>
            <p:nvPr/>
          </p:nvSpPr>
          <p:spPr>
            <a:xfrm>
              <a:off x="8706181" y="5930607"/>
              <a:ext cx="230803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38"/>
            <p:cNvSpPr/>
            <p:nvPr/>
          </p:nvSpPr>
          <p:spPr>
            <a:xfrm>
              <a:off x="8460817" y="5930607"/>
              <a:ext cx="230586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0" name="Google Shape;1350;p38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351" name="Google Shape;1351;p38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38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38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38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38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38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38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38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38"/>
            <p:cNvSpPr/>
            <p:nvPr/>
          </p:nvSpPr>
          <p:spPr>
            <a:xfrm>
              <a:off x="3210195" y="5762654"/>
              <a:ext cx="174555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38"/>
            <p:cNvSpPr/>
            <p:nvPr/>
          </p:nvSpPr>
          <p:spPr>
            <a:xfrm>
              <a:off x="3485252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38"/>
            <p:cNvSpPr/>
            <p:nvPr/>
          </p:nvSpPr>
          <p:spPr>
            <a:xfrm>
              <a:off x="3760620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38"/>
            <p:cNvSpPr/>
            <p:nvPr/>
          </p:nvSpPr>
          <p:spPr>
            <a:xfrm>
              <a:off x="4035365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38"/>
            <p:cNvSpPr/>
            <p:nvPr/>
          </p:nvSpPr>
          <p:spPr>
            <a:xfrm>
              <a:off x="4310111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38"/>
            <p:cNvSpPr/>
            <p:nvPr/>
          </p:nvSpPr>
          <p:spPr>
            <a:xfrm>
              <a:off x="4585167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38"/>
            <p:cNvSpPr/>
            <p:nvPr/>
          </p:nvSpPr>
          <p:spPr>
            <a:xfrm>
              <a:off x="4859913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6" name="Google Shape;1366;p38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367" name="Google Shape;1367;p38"/>
            <p:cNvSpPr/>
            <p:nvPr/>
          </p:nvSpPr>
          <p:spPr>
            <a:xfrm>
              <a:off x="1442627" y="5710929"/>
              <a:ext cx="594318" cy="405222"/>
            </a:xfrm>
            <a:custGeom>
              <a:rect b="b" l="l" r="r" t="t"/>
              <a:pathLst>
                <a:path extrusionOk="0" h="500" w="734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38"/>
            <p:cNvSpPr/>
            <p:nvPr/>
          </p:nvSpPr>
          <p:spPr>
            <a:xfrm>
              <a:off x="1442627" y="6116151"/>
              <a:ext cx="349820" cy="97191"/>
            </a:xfrm>
            <a:custGeom>
              <a:rect b="b" l="l" r="r" t="t"/>
              <a:pathLst>
                <a:path extrusionOk="0" h="313" w="1126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38"/>
            <p:cNvSpPr/>
            <p:nvPr/>
          </p:nvSpPr>
          <p:spPr>
            <a:xfrm>
              <a:off x="1573731" y="6152482"/>
              <a:ext cx="218715" cy="60861"/>
            </a:xfrm>
            <a:custGeom>
              <a:rect b="b" l="l" r="r" t="t"/>
              <a:pathLst>
                <a:path extrusionOk="0" h="196" w="704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38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  <a:close/>
                </a:path>
              </a:pathLst>
            </a:custGeom>
            <a:solidFill>
              <a:srgbClr val="BD2A3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38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2" name="Google Shape;1372;p38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373" name="Google Shape;1373;p38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374" name="Google Shape;1374;p38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38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38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7" name="Google Shape;1377;p38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378" name="Google Shape;1378;p38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38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38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1" name="Google Shape;1381;p38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382" name="Google Shape;1382;p38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38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38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5" name="Google Shape;1385;p38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386" name="Google Shape;1386;p38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38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38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89" name="Google Shape;1389;p38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390" name="Google Shape;1390;p38"/>
            <p:cNvSpPr/>
            <p:nvPr/>
          </p:nvSpPr>
          <p:spPr>
            <a:xfrm>
              <a:off x="4607809" y="5824234"/>
              <a:ext cx="185166" cy="401151"/>
            </a:xfrm>
            <a:custGeom>
              <a:rect b="b" l="l" r="r" t="t"/>
              <a:pathLst>
                <a:path extrusionOk="0" h="2355" w="1083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38"/>
            <p:cNvSpPr/>
            <p:nvPr/>
          </p:nvSpPr>
          <p:spPr>
            <a:xfrm>
              <a:off x="4792974" y="5771259"/>
              <a:ext cx="185850" cy="454126"/>
            </a:xfrm>
            <a:custGeom>
              <a:rect b="b" l="l" r="r" t="t"/>
              <a:pathLst>
                <a:path extrusionOk="0" h="2666" w="1087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38"/>
            <p:cNvSpPr/>
            <p:nvPr/>
          </p:nvSpPr>
          <p:spPr>
            <a:xfrm>
              <a:off x="4978822" y="5717602"/>
              <a:ext cx="185679" cy="507784"/>
            </a:xfrm>
            <a:custGeom>
              <a:rect b="b" l="l" r="r" t="t"/>
              <a:pathLst>
                <a:path extrusionOk="0" h="2981" w="1086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38"/>
            <p:cNvSpPr/>
            <p:nvPr/>
          </p:nvSpPr>
          <p:spPr>
            <a:xfrm>
              <a:off x="5164499" y="5664627"/>
              <a:ext cx="185166" cy="560759"/>
            </a:xfrm>
            <a:custGeom>
              <a:rect b="b" l="l" r="r" t="t"/>
              <a:pathLst>
                <a:path extrusionOk="0" h="3292" w="1083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38"/>
            <p:cNvSpPr/>
            <p:nvPr/>
          </p:nvSpPr>
          <p:spPr>
            <a:xfrm>
              <a:off x="4607809" y="6225382"/>
              <a:ext cx="237484" cy="33556"/>
            </a:xfrm>
            <a:custGeom>
              <a:rect b="b" l="l" r="r" t="t"/>
              <a:pathLst>
                <a:path extrusionOk="0" h="197" w="1389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4792974" y="6225382"/>
              <a:ext cx="185850" cy="33556"/>
            </a:xfrm>
            <a:custGeom>
              <a:rect b="b" l="l" r="r" t="t"/>
              <a:pathLst>
                <a:path extrusionOk="0" h="197" w="1087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38"/>
            <p:cNvSpPr/>
            <p:nvPr/>
          </p:nvSpPr>
          <p:spPr>
            <a:xfrm>
              <a:off x="5112694" y="6225382"/>
              <a:ext cx="237997" cy="33556"/>
            </a:xfrm>
            <a:custGeom>
              <a:rect b="b" l="l" r="r" t="t"/>
              <a:pathLst>
                <a:path extrusionOk="0" h="197" w="1392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38"/>
            <p:cNvSpPr/>
            <p:nvPr/>
          </p:nvSpPr>
          <p:spPr>
            <a:xfrm>
              <a:off x="4978822" y="6225382"/>
              <a:ext cx="186192" cy="33556"/>
            </a:xfrm>
            <a:custGeom>
              <a:rect b="b" l="l" r="r" t="t"/>
              <a:pathLst>
                <a:path extrusionOk="0" h="197" w="1089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8" name="Google Shape;1398;p38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399" name="Google Shape;1399;p38"/>
            <p:cNvSpPr/>
            <p:nvPr/>
          </p:nvSpPr>
          <p:spPr>
            <a:xfrm>
              <a:off x="275148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38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38"/>
            <p:cNvSpPr/>
            <p:nvPr/>
          </p:nvSpPr>
          <p:spPr>
            <a:xfrm>
              <a:off x="2930895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38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38"/>
            <p:cNvSpPr/>
            <p:nvPr/>
          </p:nvSpPr>
          <p:spPr>
            <a:xfrm>
              <a:off x="3111130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38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38"/>
            <p:cNvSpPr/>
            <p:nvPr/>
          </p:nvSpPr>
          <p:spPr>
            <a:xfrm>
              <a:off x="3291159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38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38"/>
            <p:cNvSpPr/>
            <p:nvPr/>
          </p:nvSpPr>
          <p:spPr>
            <a:xfrm>
              <a:off x="3471189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38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38"/>
            <p:cNvSpPr/>
            <p:nvPr/>
          </p:nvSpPr>
          <p:spPr>
            <a:xfrm>
              <a:off x="365142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38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38"/>
            <p:cNvSpPr/>
            <p:nvPr/>
          </p:nvSpPr>
          <p:spPr>
            <a:xfrm>
              <a:off x="3830834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38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38"/>
            <p:cNvSpPr/>
            <p:nvPr/>
          </p:nvSpPr>
          <p:spPr>
            <a:xfrm>
              <a:off x="2571250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38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38"/>
            <p:cNvSpPr/>
            <p:nvPr/>
          </p:nvSpPr>
          <p:spPr>
            <a:xfrm>
              <a:off x="2571250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38"/>
            <p:cNvSpPr/>
            <p:nvPr/>
          </p:nvSpPr>
          <p:spPr>
            <a:xfrm>
              <a:off x="2751485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38"/>
            <p:cNvSpPr/>
            <p:nvPr/>
          </p:nvSpPr>
          <p:spPr>
            <a:xfrm>
              <a:off x="2930895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38"/>
            <p:cNvSpPr/>
            <p:nvPr/>
          </p:nvSpPr>
          <p:spPr>
            <a:xfrm>
              <a:off x="3111130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38"/>
            <p:cNvSpPr/>
            <p:nvPr/>
          </p:nvSpPr>
          <p:spPr>
            <a:xfrm>
              <a:off x="3291159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38"/>
            <p:cNvSpPr/>
            <p:nvPr/>
          </p:nvSpPr>
          <p:spPr>
            <a:xfrm>
              <a:off x="3409388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38"/>
            <p:cNvSpPr/>
            <p:nvPr/>
          </p:nvSpPr>
          <p:spPr>
            <a:xfrm>
              <a:off x="3527616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38"/>
            <p:cNvSpPr/>
            <p:nvPr/>
          </p:nvSpPr>
          <p:spPr>
            <a:xfrm>
              <a:off x="3645844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3" name="Google Shape;1423;p38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424" name="Google Shape;1424;p38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425" name="Google Shape;1425;p38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38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7" name="Google Shape;1427;p38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428" name="Google Shape;1428;p38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38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0" name="Google Shape;1430;p38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431" name="Google Shape;1431;p38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38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33" name="Google Shape;1433;p38"/>
          <p:cNvSpPr txBox="1"/>
          <p:nvPr>
            <p:ph idx="4294967295" type="title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Diagrams and infographics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34" name="Google Shape;1434;p3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39"/>
          <p:cNvSpPr txBox="1"/>
          <p:nvPr/>
        </p:nvSpPr>
        <p:spPr>
          <a:xfrm>
            <a:off x="2087650" y="9142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Now you can use any emoji as an icon!</a:t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of course it resizes without losing quality and you can change the color.</a:t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How? Follow Google instructions </a:t>
            </a:r>
            <a:r>
              <a:rPr lang="en" u="sng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>https://twitter.com/googledocs/status/730087240156643328</a:t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40" name="Google Shape;1440;p39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9800"/>
                </a:solidFill>
                <a:highlight>
                  <a:srgbClr val="3F5378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 and many more...</a:t>
            </a:r>
            <a:endParaRPr sz="2400">
              <a:solidFill>
                <a:srgbClr val="FF9800"/>
              </a:solidFill>
              <a:highlight>
                <a:srgbClr val="3F5378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41" name="Google Shape;1441;p39"/>
          <p:cNvSpPr txBox="1"/>
          <p:nvPr/>
        </p:nvSpPr>
        <p:spPr>
          <a:xfrm>
            <a:off x="572775" y="856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F9800"/>
                </a:solidFill>
              </a:rPr>
              <a:t>😉</a:t>
            </a:r>
            <a:endParaRPr sz="9600">
              <a:solidFill>
                <a:srgbClr val="FF9800"/>
              </a:solidFill>
            </a:endParaRPr>
          </a:p>
        </p:txBody>
      </p:sp>
      <p:sp>
        <p:nvSpPr>
          <p:cNvPr id="1442" name="Google Shape;1442;p3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p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40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49" name="Google Shape;1449;p40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450" name="Google Shape;1450;p40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451" name="Google Shape;1451;p40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52" name="Google Shape;1452;p40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453" name="Google Shape;1453;p40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454" name="Google Shape;1454;p40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55" name="Google Shape;1455;p40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456" name="Google Shape;1456;p40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457" name="Google Shape;1457;p40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58" name="Google Shape;1458;p40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459" name="Google Shape;1459;p40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460" name="Google Shape;1460;p40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61" name="Google Shape;1461;p40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