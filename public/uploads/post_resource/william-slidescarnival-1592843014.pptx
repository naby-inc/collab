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Dosis"/>
      <p:regular r:id="rId36"/>
      <p:bold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165D0BD-B6A5-474C-8C73-06F96AD441CF}">
  <a:tblStyle styleId="{9165D0BD-B6A5-474C-8C73-06F96AD441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44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Dosis-bold.fntdata"/><Relationship Id="rId14" Type="http://schemas.openxmlformats.org/officeDocument/2006/relationships/slide" Target="slides/slide9.xml"/><Relationship Id="rId36" Type="http://schemas.openxmlformats.org/officeDocument/2006/relationships/font" Target="fonts/Dosis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851bd48632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851bd4863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70986e5564_2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70986e5564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bg>
      <p:bgPr>
        <a:solidFill>
          <a:srgbClr val="22222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1025" y="-11025"/>
            <a:ext cx="9144000" cy="5143500"/>
          </a:xfrm>
          <a:prstGeom prst="rect">
            <a:avLst/>
          </a:prstGeom>
          <a:solidFill>
            <a:srgbClr val="222222">
              <a:alpha val="6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086350" y="-38100"/>
            <a:ext cx="4114800" cy="5219700"/>
          </a:xfrm>
          <a:custGeom>
            <a:rect b="b" l="l" r="r" t="t"/>
            <a:pathLst>
              <a:path extrusionOk="0" h="208788" w="164592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fmla="val 51542" name="adj"/>
            </a:avLst>
          </a:prstGeom>
          <a:solidFill>
            <a:srgbClr val="FFFFFF">
              <a:alpha val="17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" name="Google Shape;13;p2"/>
          <p:cNvSpPr/>
          <p:nvPr/>
        </p:nvSpPr>
        <p:spPr>
          <a:xfrm flipH="1">
            <a:off x="1028475" y="4166400"/>
            <a:ext cx="8369700" cy="228000"/>
          </a:xfrm>
          <a:prstGeom prst="parallelogram">
            <a:avLst>
              <a:gd fmla="val 51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86350" y="-38100"/>
            <a:ext cx="4114800" cy="5219700"/>
          </a:xfrm>
          <a:custGeom>
            <a:rect b="b" l="l" r="r" t="t"/>
            <a:pathLst>
              <a:path extrusionOk="0" h="208788" w="164592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rgbClr val="FFFFFF">
              <a:alpha val="17690"/>
            </a:srgbClr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fmla="val 51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8" name="Google Shape;18;p3"/>
          <p:cNvSpPr/>
          <p:nvPr/>
        </p:nvSpPr>
        <p:spPr>
          <a:xfrm flipH="1">
            <a:off x="1028475" y="4166400"/>
            <a:ext cx="8369700" cy="2280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1028475" y="2345350"/>
            <a:ext cx="5220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028475" y="3449650"/>
            <a:ext cx="5220000" cy="5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44050" y="-38100"/>
            <a:ext cx="4139800" cy="5192625"/>
          </a:xfrm>
          <a:custGeom>
            <a:rect b="b" l="l" r="r" t="t"/>
            <a:pathLst>
              <a:path extrusionOk="0" h="207705" w="165592">
                <a:moveTo>
                  <a:pt x="165592" y="207264"/>
                </a:moveTo>
                <a:lnTo>
                  <a:pt x="58150" y="0"/>
                </a:lnTo>
                <a:lnTo>
                  <a:pt x="0" y="643"/>
                </a:lnTo>
                <a:lnTo>
                  <a:pt x="881" y="20770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 flipH="1">
            <a:off x="-647600" y="-14750"/>
            <a:ext cx="2481900" cy="7491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990375" y="1021950"/>
            <a:ext cx="7343100" cy="33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57200" lvl="0" marL="457200" rtl="0">
              <a:spcBef>
                <a:spcPts val="600"/>
              </a:spcBef>
              <a:spcAft>
                <a:spcPts val="0"/>
              </a:spcAft>
              <a:buSzPts val="3600"/>
              <a:buChar char="▸"/>
              <a:defRPr i="1"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▹"/>
              <a:defRPr i="1" sz="3600"/>
            </a:lvl9pPr>
          </a:lstStyle>
          <a:p/>
        </p:txBody>
      </p:sp>
      <p:sp>
        <p:nvSpPr>
          <p:cNvPr id="25" name="Google Shape;25;p4"/>
          <p:cNvSpPr txBox="1"/>
          <p:nvPr/>
        </p:nvSpPr>
        <p:spPr>
          <a:xfrm>
            <a:off x="-121150" y="-271850"/>
            <a:ext cx="1955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sz="15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" name="Google Shape;26;p4"/>
          <p:cNvSpPr/>
          <p:nvPr/>
        </p:nvSpPr>
        <p:spPr>
          <a:xfrm flipH="1">
            <a:off x="1440947" y="-14750"/>
            <a:ext cx="745800" cy="7491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6957299" y="4394650"/>
            <a:ext cx="2643900" cy="7491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957475" y="4137550"/>
            <a:ext cx="21864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”</a:t>
            </a:r>
            <a:endParaRPr sz="15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" name="Google Shape;29;p4"/>
          <p:cNvSpPr/>
          <p:nvPr/>
        </p:nvSpPr>
        <p:spPr>
          <a:xfrm flipH="1">
            <a:off x="6626547" y="4394650"/>
            <a:ext cx="745800" cy="7491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32" name="Google Shape;32;p5"/>
            <p:cNvSpPr/>
            <p:nvPr/>
          </p:nvSpPr>
          <p:spPr>
            <a:xfrm>
              <a:off x="-55075" y="-38100"/>
              <a:ext cx="3312625" cy="5214650"/>
            </a:xfrm>
            <a:custGeom>
              <a:rect b="b" l="l" r="r" t="t"/>
              <a:pathLst>
                <a:path extrusionOk="0" h="208586" w="132505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" name="Google Shape;33;p5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fmla="val 750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▸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43" name="Google Shape;43;p6"/>
            <p:cNvSpPr/>
            <p:nvPr/>
          </p:nvSpPr>
          <p:spPr>
            <a:xfrm>
              <a:off x="-55075" y="-38100"/>
              <a:ext cx="3312625" cy="5214650"/>
            </a:xfrm>
            <a:custGeom>
              <a:rect b="b" l="l" r="r" t="t"/>
              <a:pathLst>
                <a:path extrusionOk="0" h="208586" w="132505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4" name="Google Shape;44;p6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fmla="val 750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7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55" name="Google Shape;55;p7"/>
            <p:cNvSpPr/>
            <p:nvPr/>
          </p:nvSpPr>
          <p:spPr>
            <a:xfrm>
              <a:off x="-55075" y="-38100"/>
              <a:ext cx="3312625" cy="5214650"/>
            </a:xfrm>
            <a:custGeom>
              <a:rect b="b" l="l" r="r" t="t"/>
              <a:pathLst>
                <a:path extrusionOk="0" h="208586" w="132505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6" name="Google Shape;56;p7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fmla="val 750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7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104900" y="1224350"/>
            <a:ext cx="24231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9pPr>
          </a:lstStyle>
          <a:p/>
        </p:txBody>
      </p:sp>
      <p:sp>
        <p:nvSpPr>
          <p:cNvPr id="63" name="Google Shape;63;p7"/>
          <p:cNvSpPr txBox="1"/>
          <p:nvPr>
            <p:ph idx="2" type="body"/>
          </p:nvPr>
        </p:nvSpPr>
        <p:spPr>
          <a:xfrm>
            <a:off x="3652189" y="1224350"/>
            <a:ext cx="24231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9pPr>
          </a:lstStyle>
          <a:p/>
        </p:txBody>
      </p:sp>
      <p:sp>
        <p:nvSpPr>
          <p:cNvPr id="64" name="Google Shape;64;p7"/>
          <p:cNvSpPr txBox="1"/>
          <p:nvPr>
            <p:ph idx="3" type="body"/>
          </p:nvPr>
        </p:nvSpPr>
        <p:spPr>
          <a:xfrm>
            <a:off x="6199478" y="1224350"/>
            <a:ext cx="24231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8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68" name="Google Shape;68;p8"/>
            <p:cNvSpPr/>
            <p:nvPr/>
          </p:nvSpPr>
          <p:spPr>
            <a:xfrm>
              <a:off x="-55075" y="-38100"/>
              <a:ext cx="3312625" cy="5214650"/>
            </a:xfrm>
            <a:custGeom>
              <a:rect b="b" l="l" r="r" t="t"/>
              <a:pathLst>
                <a:path extrusionOk="0" h="208586" w="132505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9" name="Google Shape;69;p8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fmla="val 750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fmla="val 515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fmla="val 5154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8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background">
  <p:cSld name="TITLE_ONLY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-55075" y="-38100"/>
            <a:ext cx="3312625" cy="5214650"/>
          </a:xfrm>
          <a:custGeom>
            <a:rect b="b" l="l" r="r" t="t"/>
            <a:pathLst>
              <a:path extrusionOk="0" h="208586" w="132505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FFFFF">
              <a:alpha val="17690"/>
            </a:srgbClr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fmla="val 7500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 flipH="1">
            <a:off x="742953" y="272850"/>
            <a:ext cx="7505700" cy="749100"/>
          </a:xfrm>
          <a:prstGeom prst="parallelogram">
            <a:avLst>
              <a:gd fmla="val 51542" name="adj"/>
            </a:avLst>
          </a:prstGeom>
          <a:solidFill>
            <a:srgbClr val="222222">
              <a:alpha val="6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 flipH="1">
            <a:off x="7861618" y="272850"/>
            <a:ext cx="1759200" cy="7491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/>
          <p:nvPr/>
        </p:nvSpPr>
        <p:spPr>
          <a:xfrm>
            <a:off x="-55075" y="-38100"/>
            <a:ext cx="3312625" cy="5214650"/>
          </a:xfrm>
          <a:custGeom>
            <a:rect b="b" l="l" r="r" t="t"/>
            <a:pathLst>
              <a:path extrusionOk="0" h="208586" w="132505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87" name="Google Shape;87;p10"/>
          <p:cNvSpPr/>
          <p:nvPr/>
        </p:nvSpPr>
        <p:spPr>
          <a:xfrm flipH="1">
            <a:off x="742953" y="4406300"/>
            <a:ext cx="7505700" cy="7491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/>
          <p:nvPr/>
        </p:nvSpPr>
        <p:spPr>
          <a:xfrm flipH="1">
            <a:off x="7861618" y="4406300"/>
            <a:ext cx="1759200" cy="7491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fmla="val 750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1123950" y="4406300"/>
            <a:ext cx="67374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/>
          <p:nvPr/>
        </p:nvSpPr>
        <p:spPr>
          <a:xfrm>
            <a:off x="-55075" y="-38100"/>
            <a:ext cx="3312625" cy="5214650"/>
          </a:xfrm>
          <a:custGeom>
            <a:rect b="b" l="l" r="r" t="t"/>
            <a:pathLst>
              <a:path extrusionOk="0" h="208586" w="132505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95" name="Google Shape;95;p11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fmla="val 515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fmla="val 750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inverted">
  <p:cSld name="BLANK_1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-55075" y="-38100"/>
            <a:ext cx="3312625" cy="5214650"/>
          </a:xfrm>
          <a:custGeom>
            <a:rect b="b" l="l" r="r" t="t"/>
            <a:pathLst>
              <a:path extrusionOk="0" h="208586" w="132505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fmla="val 750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fmla="val 5154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Char char="▸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buNone/>
              <a:defRPr b="1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6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startupstockphotos.com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fontsquirrel.com/fonts/dosis" TargetMode="External"/><Relationship Id="rId4" Type="http://schemas.openxmlformats.org/officeDocument/2006/relationships/hyperlink" Target="https://material.google.com/resources/roboto-noto-font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twitter.com/googledocs/status/730087240156643328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115" name="Google Shape;115;p14"/>
          <p:cNvSpPr txBox="1"/>
          <p:nvPr>
            <p:ph idx="2" type="body"/>
          </p:nvPr>
        </p:nvSpPr>
        <p:spPr>
          <a:xfrm>
            <a:off x="1101375" y="1349550"/>
            <a:ext cx="3481200" cy="17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accent1"/>
                </a:highlight>
              </a:rPr>
              <a:t>EDIT IN GOOGLE SLIDES</a:t>
            </a:r>
            <a:endParaRPr sz="1400">
              <a:highlight>
                <a:schemeClr val="accen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Click on the button under the presentation preview that says "Use as Google Slides Theme".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You will get a copy of this document on your Google Drive and will be able to edit, add or delete slides.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You have to be signed in to your Google account.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6" name="Google Shape;116;p14"/>
          <p:cNvSpPr txBox="1"/>
          <p:nvPr>
            <p:ph idx="2" type="body"/>
          </p:nvPr>
        </p:nvSpPr>
        <p:spPr>
          <a:xfrm>
            <a:off x="4809306" y="1349550"/>
            <a:ext cx="3877200" cy="17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accent1"/>
                </a:highlight>
              </a:rPr>
              <a:t>EDIT IN POWERPOINT®</a:t>
            </a:r>
            <a:endParaRPr sz="1400">
              <a:highlight>
                <a:schemeClr val="accen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Click on the button under the presentation preview that says "Download as PowerPoint template". You will get a .pptx file that you can edit in PowerPoint.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Remember to download and install the fonts used in this presentation (you’ll find the links to the font files needed in the </a:t>
            </a:r>
            <a:r>
              <a:rPr lang="en" sz="1400" u="sng">
                <a:hlinkClick action="ppaction://hlinksldjump" r:id="rId3"/>
              </a:rPr>
              <a:t>Presentation design slide</a:t>
            </a:r>
            <a:r>
              <a:rPr lang="en" sz="1400"/>
              <a:t>)</a:t>
            </a:r>
            <a:endParaRPr sz="1400"/>
          </a:p>
        </p:txBody>
      </p:sp>
      <p:sp>
        <p:nvSpPr>
          <p:cNvPr id="117" name="Google Shape;117;p14"/>
          <p:cNvSpPr txBox="1"/>
          <p:nvPr>
            <p:ph idx="2" type="body"/>
          </p:nvPr>
        </p:nvSpPr>
        <p:spPr>
          <a:xfrm>
            <a:off x="1101375" y="3829725"/>
            <a:ext cx="75855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/>
              <a:t>More info on how to use this template at </a:t>
            </a:r>
            <a:r>
              <a:rPr b="1" lang="en" sz="1200" u="sng">
                <a:hlinkClick r:id="rId4"/>
              </a:rPr>
              <a:t>www.slidescarnival.com/help-use-presentation-template</a:t>
            </a:r>
            <a:endParaRPr b="1"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This template is free to use under </a:t>
            </a:r>
            <a:r>
              <a:rPr lang="en" sz="1200" u="sng">
                <a:hlinkClick r:id="rId5"/>
              </a:rPr>
              <a:t>Creative Commons Attribution license</a:t>
            </a:r>
            <a:r>
              <a:rPr lang="en" sz="1200"/>
              <a:t>. You can keep the Credits slide or mention SlidesCarnival and other resources used in a slide footer.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idx="4294967295" type="ctrTitle"/>
          </p:nvPr>
        </p:nvSpPr>
        <p:spPr>
          <a:xfrm>
            <a:off x="5081000" y="821350"/>
            <a:ext cx="35505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8700"/>
                </a:solidFill>
              </a:rPr>
              <a:t>HELLO!</a:t>
            </a:r>
            <a:endParaRPr sz="6000">
              <a:solidFill>
                <a:srgbClr val="FF8700"/>
              </a:solidFill>
            </a:endParaRPr>
          </a:p>
        </p:txBody>
      </p:sp>
      <p:sp>
        <p:nvSpPr>
          <p:cNvPr id="124" name="Google Shape;124;p15"/>
          <p:cNvSpPr txBox="1"/>
          <p:nvPr>
            <p:ph idx="4294967295" type="subTitle"/>
          </p:nvPr>
        </p:nvSpPr>
        <p:spPr>
          <a:xfrm>
            <a:off x="5081000" y="1868575"/>
            <a:ext cx="3823200" cy="19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I am Jayden Smith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I am here because I love to give presentations. 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You can find me at @username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10.jpg" id="126" name="Google Shape;126;p15"/>
          <p:cNvPicPr preferRelativeResize="0"/>
          <p:nvPr/>
        </p:nvPicPr>
        <p:blipFill rotWithShape="1">
          <a:blip r:embed="rId3">
            <a:alphaModFix/>
          </a:blip>
          <a:srcRect b="9481" l="11422" r="20220" t="22161"/>
          <a:stretch/>
        </p:blipFill>
        <p:spPr>
          <a:xfrm flipH="1">
            <a:off x="982119" y="731700"/>
            <a:ext cx="3742800" cy="2105400"/>
          </a:xfrm>
          <a:prstGeom prst="parallelogram">
            <a:avLst>
              <a:gd fmla="val 5155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ctrTitle"/>
          </p:nvPr>
        </p:nvSpPr>
        <p:spPr>
          <a:xfrm>
            <a:off x="1028475" y="2345350"/>
            <a:ext cx="5220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1028475" y="3449650"/>
            <a:ext cx="5220000" cy="5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33" name="Google Shape;133;p16"/>
          <p:cNvSpPr txBox="1"/>
          <p:nvPr>
            <p:ph idx="4294967295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990375" y="1021950"/>
            <a:ext cx="7343100" cy="33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▸"/>
            </a:pPr>
            <a:r>
              <a:rPr lang="en"/>
              <a:t>Here you have a list of items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▸"/>
            </a:pPr>
            <a:r>
              <a:rPr lang="en"/>
              <a:t>And some text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▸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145" name="Google Shape;145;p18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4294967295" type="ctrTitle"/>
          </p:nvPr>
        </p:nvSpPr>
        <p:spPr>
          <a:xfrm>
            <a:off x="1090700" y="2650150"/>
            <a:ext cx="736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</a:rPr>
              <a:t>BIG CONCEPT</a:t>
            </a:r>
            <a:endParaRPr sz="7200">
              <a:solidFill>
                <a:schemeClr val="accent1"/>
              </a:solidFill>
            </a:endParaRPr>
          </a:p>
        </p:txBody>
      </p:sp>
      <p:sp>
        <p:nvSpPr>
          <p:cNvPr id="151" name="Google Shape;151;p19"/>
          <p:cNvSpPr txBox="1"/>
          <p:nvPr>
            <p:ph idx="4294967295" type="subTitle"/>
          </p:nvPr>
        </p:nvSpPr>
        <p:spPr>
          <a:xfrm>
            <a:off x="1090700" y="3640150"/>
            <a:ext cx="59013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Bring the attention of your audience over a key concept using icons or illustrations</a:t>
            </a:r>
            <a:endParaRPr sz="2400"/>
          </a:p>
        </p:txBody>
      </p:sp>
      <p:grpSp>
        <p:nvGrpSpPr>
          <p:cNvPr id="152" name="Google Shape;152;p19"/>
          <p:cNvGrpSpPr/>
          <p:nvPr/>
        </p:nvGrpSpPr>
        <p:grpSpPr>
          <a:xfrm>
            <a:off x="6759209" y="507618"/>
            <a:ext cx="1645833" cy="1645812"/>
            <a:chOff x="6643075" y="3664250"/>
            <a:chExt cx="407950" cy="407975"/>
          </a:xfrm>
        </p:grpSpPr>
        <p:sp>
          <p:nvSpPr>
            <p:cNvPr id="153" name="Google Shape;153;p19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9"/>
          <p:cNvGrpSpPr/>
          <p:nvPr/>
        </p:nvGrpSpPr>
        <p:grpSpPr>
          <a:xfrm rot="-587494">
            <a:off x="6662475" y="2367985"/>
            <a:ext cx="676638" cy="676644"/>
            <a:chOff x="576250" y="4319400"/>
            <a:chExt cx="442075" cy="442050"/>
          </a:xfrm>
        </p:grpSpPr>
        <p:sp>
          <p:nvSpPr>
            <p:cNvPr id="156" name="Google Shape;156;p19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9"/>
          <p:cNvSpPr/>
          <p:nvPr/>
        </p:nvSpPr>
        <p:spPr>
          <a:xfrm>
            <a:off x="6365361" y="887713"/>
            <a:ext cx="257246" cy="245628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 rot="2697415">
            <a:off x="8060604" y="2145273"/>
            <a:ext cx="390522" cy="372885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8369546" y="1932400"/>
            <a:ext cx="156409" cy="149417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 rot="1279885">
            <a:off x="6187127" y="1628627"/>
            <a:ext cx="156402" cy="149398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70" name="Google Shape;170;p20"/>
          <p:cNvSpPr txBox="1"/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71" name="Google Shape;171;p20"/>
          <p:cNvSpPr txBox="1"/>
          <p:nvPr>
            <p:ph idx="2" type="body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1104900" y="1224350"/>
            <a:ext cx="24231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79" name="Google Shape;179;p21"/>
          <p:cNvSpPr txBox="1"/>
          <p:nvPr>
            <p:ph idx="2" type="body"/>
          </p:nvPr>
        </p:nvSpPr>
        <p:spPr>
          <a:xfrm>
            <a:off x="3652189" y="1224350"/>
            <a:ext cx="24231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80" name="Google Shape;180;p21"/>
          <p:cNvSpPr txBox="1"/>
          <p:nvPr>
            <p:ph idx="3" type="body"/>
          </p:nvPr>
        </p:nvSpPr>
        <p:spPr>
          <a:xfrm>
            <a:off x="6199478" y="1224350"/>
            <a:ext cx="24231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104900" y="2433975"/>
            <a:ext cx="3625200" cy="21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 complex idea can be conveyed with just a single still image, namely making it possible to absorb large amounts of data quickly.</a:t>
            </a:r>
            <a:endParaRPr sz="2000"/>
          </a:p>
        </p:txBody>
      </p:sp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2.jp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792119" y="1013694"/>
            <a:ext cx="6279900" cy="3532800"/>
          </a:xfrm>
          <a:prstGeom prst="parallelogram">
            <a:avLst>
              <a:gd fmla="val 5155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Want big impact?</a:t>
            </a:r>
            <a:r>
              <a:rPr lang="en"/>
              <a:t> USE BIG IMAGE</a:t>
            </a:r>
            <a:endParaRPr/>
          </a:p>
        </p:txBody>
      </p:sp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3450538" y="1808525"/>
            <a:ext cx="2412300" cy="241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Gray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1389800" y="1808525"/>
            <a:ext cx="2412300" cy="2412300"/>
          </a:xfrm>
          <a:prstGeom prst="ellipse">
            <a:avLst/>
          </a:prstGeom>
          <a:solidFill>
            <a:srgbClr val="FF8700">
              <a:alpha val="85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White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5511277" y="1808525"/>
            <a:ext cx="2412300" cy="2412300"/>
          </a:xfrm>
          <a:prstGeom prst="ellipse">
            <a:avLst/>
          </a:prstGeom>
          <a:solidFill>
            <a:srgbClr val="FF8700">
              <a:alpha val="85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Black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4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10" name="Google Shape;210;p25"/>
          <p:cNvGraphicFramePr/>
          <p:nvPr/>
        </p:nvGraphicFramePr>
        <p:xfrm>
          <a:off x="1423200" y="1640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{9165D0BD-B6A5-474C-8C73-06F96AD441CF}</a:tableStyleId>
              </a:tblPr>
              <a:tblGrid>
                <a:gridCol w="1692075"/>
                <a:gridCol w="1692075"/>
                <a:gridCol w="1692075"/>
                <a:gridCol w="1692075"/>
              </a:tblGrid>
              <a:tr h="68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Yellow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Blue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Orange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 sz="1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5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/>
          <p:nvPr/>
        </p:nvSpPr>
        <p:spPr>
          <a:xfrm>
            <a:off x="912200" y="874082"/>
            <a:ext cx="8155305" cy="3885008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 txBox="1"/>
          <p:nvPr>
            <p:ph idx="4294967295" type="title"/>
          </p:nvPr>
        </p:nvSpPr>
        <p:spPr>
          <a:xfrm>
            <a:off x="1104900" y="0"/>
            <a:ext cx="67245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2285350" y="1538450"/>
            <a:ext cx="796200" cy="394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Roboto"/>
                <a:ea typeface="Roboto"/>
                <a:cs typeface="Roboto"/>
                <a:sym typeface="Roboto"/>
              </a:rPr>
              <a:t>our office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6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26"/>
          <p:cNvSpPr/>
          <p:nvPr/>
        </p:nvSpPr>
        <p:spPr>
          <a:xfrm rot="-8100000">
            <a:off x="1514932" y="1922646"/>
            <a:ext cx="238436" cy="227406"/>
          </a:xfrm>
          <a:prstGeom prst="halfFrame">
            <a:avLst>
              <a:gd fmla="val 38776" name="adj1"/>
              <a:gd fmla="val 40152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 rot="-8100000">
            <a:off x="3309132" y="3246121"/>
            <a:ext cx="238436" cy="227406"/>
          </a:xfrm>
          <a:prstGeom prst="halfFrame">
            <a:avLst>
              <a:gd fmla="val 38776" name="adj1"/>
              <a:gd fmla="val 40152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 rot="-8100000">
            <a:off x="4230757" y="1756746"/>
            <a:ext cx="238436" cy="227406"/>
          </a:xfrm>
          <a:prstGeom prst="halfFrame">
            <a:avLst>
              <a:gd fmla="val 38776" name="adj1"/>
              <a:gd fmla="val 40152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 rot="-8100000">
            <a:off x="4945732" y="3826446"/>
            <a:ext cx="238436" cy="227406"/>
          </a:xfrm>
          <a:prstGeom prst="halfFrame">
            <a:avLst>
              <a:gd fmla="val 38776" name="adj1"/>
              <a:gd fmla="val 40152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 rot="-8100000">
            <a:off x="7072857" y="2252046"/>
            <a:ext cx="238436" cy="227406"/>
          </a:xfrm>
          <a:prstGeom prst="halfFrame">
            <a:avLst>
              <a:gd fmla="val 38776" name="adj1"/>
              <a:gd fmla="val 40152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 rot="-8100000">
            <a:off x="7730432" y="3826446"/>
            <a:ext cx="238436" cy="227406"/>
          </a:xfrm>
          <a:prstGeom prst="halfFrame">
            <a:avLst>
              <a:gd fmla="val 38776" name="adj1"/>
              <a:gd fmla="val 40152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idx="4294967295" type="ctrTitle"/>
          </p:nvPr>
        </p:nvSpPr>
        <p:spPr>
          <a:xfrm>
            <a:off x="1125150" y="1659550"/>
            <a:ext cx="73332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accent1"/>
                </a:solidFill>
              </a:rPr>
              <a:t>89,526,124</a:t>
            </a:r>
            <a:endParaRPr sz="12000">
              <a:solidFill>
                <a:schemeClr val="accent1"/>
              </a:solidFill>
            </a:endParaRPr>
          </a:p>
        </p:txBody>
      </p:sp>
      <p:sp>
        <p:nvSpPr>
          <p:cNvPr id="231" name="Google Shape;231;p27"/>
          <p:cNvSpPr txBox="1"/>
          <p:nvPr>
            <p:ph idx="4294967295" type="subTitle"/>
          </p:nvPr>
        </p:nvSpPr>
        <p:spPr>
          <a:xfrm>
            <a:off x="1125150" y="2992450"/>
            <a:ext cx="4810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32" name="Google Shape;232;p27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idx="4294967295" type="ctrTitle"/>
          </p:nvPr>
        </p:nvSpPr>
        <p:spPr>
          <a:xfrm>
            <a:off x="1561425" y="876600"/>
            <a:ext cx="6896700" cy="8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89,526,124$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238" name="Google Shape;238;p28"/>
          <p:cNvSpPr txBox="1"/>
          <p:nvPr>
            <p:ph idx="4294967295" type="subTitle"/>
          </p:nvPr>
        </p:nvSpPr>
        <p:spPr>
          <a:xfrm>
            <a:off x="1561425" y="1487502"/>
            <a:ext cx="68967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That’s a lot of money</a:t>
            </a:r>
            <a:endParaRPr sz="1800"/>
          </a:p>
        </p:txBody>
      </p:sp>
      <p:sp>
        <p:nvSpPr>
          <p:cNvPr id="239" name="Google Shape;239;p28"/>
          <p:cNvSpPr txBox="1"/>
          <p:nvPr>
            <p:ph idx="4294967295" type="ctrTitle"/>
          </p:nvPr>
        </p:nvSpPr>
        <p:spPr>
          <a:xfrm>
            <a:off x="2985075" y="3505500"/>
            <a:ext cx="5473200" cy="8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100%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240" name="Google Shape;240;p28"/>
          <p:cNvSpPr txBox="1"/>
          <p:nvPr>
            <p:ph idx="4294967295" type="subTitle"/>
          </p:nvPr>
        </p:nvSpPr>
        <p:spPr>
          <a:xfrm>
            <a:off x="2985075" y="4116400"/>
            <a:ext cx="54732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Total success!</a:t>
            </a:r>
            <a:endParaRPr sz="1800"/>
          </a:p>
        </p:txBody>
      </p:sp>
      <p:sp>
        <p:nvSpPr>
          <p:cNvPr id="241" name="Google Shape;241;p28"/>
          <p:cNvSpPr txBox="1"/>
          <p:nvPr>
            <p:ph idx="4294967295" type="ctrTitle"/>
          </p:nvPr>
        </p:nvSpPr>
        <p:spPr>
          <a:xfrm>
            <a:off x="2296200" y="2191050"/>
            <a:ext cx="6162000" cy="8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185,244 users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242" name="Google Shape;242;p28"/>
          <p:cNvSpPr txBox="1"/>
          <p:nvPr>
            <p:ph idx="4294967295" type="subTitle"/>
          </p:nvPr>
        </p:nvSpPr>
        <p:spPr>
          <a:xfrm>
            <a:off x="2296200" y="2801952"/>
            <a:ext cx="61620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And a lot of users</a:t>
            </a:r>
            <a:endParaRPr sz="1800"/>
          </a:p>
        </p:txBody>
      </p:sp>
      <p:sp>
        <p:nvSpPr>
          <p:cNvPr id="243" name="Google Shape;243;p28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1753950" y="2241950"/>
            <a:ext cx="2378700" cy="1443300"/>
          </a:xfrm>
          <a:prstGeom prst="chevron">
            <a:avLst>
              <a:gd fmla="val 2548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9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9"/>
          <p:cNvSpPr/>
          <p:nvPr/>
        </p:nvSpPr>
        <p:spPr>
          <a:xfrm>
            <a:off x="3853636" y="2241950"/>
            <a:ext cx="2378700" cy="1443300"/>
          </a:xfrm>
          <a:prstGeom prst="chevron">
            <a:avLst>
              <a:gd fmla="val 2548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5953321" y="2241950"/>
            <a:ext cx="2378700" cy="1443300"/>
          </a:xfrm>
          <a:prstGeom prst="chevron">
            <a:avLst>
              <a:gd fmla="val 2548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last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1104900" y="1376750"/>
            <a:ext cx="24231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59" name="Google Shape;259;p30"/>
          <p:cNvSpPr txBox="1"/>
          <p:nvPr>
            <p:ph idx="2" type="body"/>
          </p:nvPr>
        </p:nvSpPr>
        <p:spPr>
          <a:xfrm>
            <a:off x="3652188" y="1376750"/>
            <a:ext cx="24231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60" name="Google Shape;260;p30"/>
          <p:cNvSpPr txBox="1"/>
          <p:nvPr>
            <p:ph idx="3" type="body"/>
          </p:nvPr>
        </p:nvSpPr>
        <p:spPr>
          <a:xfrm>
            <a:off x="6199476" y="1376750"/>
            <a:ext cx="24231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1" name="Google Shape;261;p30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1104900" y="2976950"/>
            <a:ext cx="24231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63" name="Google Shape;263;p30"/>
          <p:cNvSpPr txBox="1"/>
          <p:nvPr>
            <p:ph idx="2" type="body"/>
          </p:nvPr>
        </p:nvSpPr>
        <p:spPr>
          <a:xfrm>
            <a:off x="3652188" y="2976950"/>
            <a:ext cx="24231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64" name="Google Shape;264;p30"/>
          <p:cNvSpPr txBox="1"/>
          <p:nvPr>
            <p:ph idx="3" type="body"/>
          </p:nvPr>
        </p:nvSpPr>
        <p:spPr>
          <a:xfrm>
            <a:off x="6199476" y="2976950"/>
            <a:ext cx="24231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1123950" y="4406300"/>
            <a:ext cx="67374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and Google Sheets</a:t>
            </a:r>
            <a:endParaRPr/>
          </a:p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3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750" y="540075"/>
            <a:ext cx="6312600" cy="34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/>
          <p:nvPr/>
        </p:nvSpPr>
        <p:spPr>
          <a:xfrm>
            <a:off x="1954060" y="489800"/>
            <a:ext cx="2075120" cy="4163909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 txBox="1"/>
          <p:nvPr>
            <p:ph idx="4294967295" type="body"/>
          </p:nvPr>
        </p:nvSpPr>
        <p:spPr>
          <a:xfrm>
            <a:off x="4897300" y="535300"/>
            <a:ext cx="2788800" cy="4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ANDROID PROJECT</a:t>
            </a:r>
            <a:endParaRPr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  <p:sp>
        <p:nvSpPr>
          <p:cNvPr id="278" name="Google Shape;278;p32"/>
          <p:cNvSpPr/>
          <p:nvPr/>
        </p:nvSpPr>
        <p:spPr>
          <a:xfrm>
            <a:off x="204737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Dosis"/>
                <a:ea typeface="Dosis"/>
                <a:cs typeface="Dosis"/>
                <a:sym typeface="Dosis"/>
              </a:rPr>
              <a:t>Place your screenshot here</a:t>
            </a:r>
            <a:endParaRPr sz="1000">
              <a:solidFill>
                <a:srgbClr val="99999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/>
          <p:nvPr/>
        </p:nvSpPr>
        <p:spPr>
          <a:xfrm>
            <a:off x="2028821" y="623036"/>
            <a:ext cx="1863608" cy="3921828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>
            <a:off x="21605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Dosis"/>
                <a:ea typeface="Dosis"/>
                <a:cs typeface="Dosis"/>
                <a:sym typeface="Dosis"/>
              </a:rPr>
              <a:t>Place your screenshot here</a:t>
            </a:r>
            <a:endParaRPr sz="1000">
              <a:solidFill>
                <a:srgbClr val="99999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6" name="Google Shape;286;p33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33"/>
          <p:cNvSpPr txBox="1"/>
          <p:nvPr>
            <p:ph idx="4294967295" type="body"/>
          </p:nvPr>
        </p:nvSpPr>
        <p:spPr>
          <a:xfrm>
            <a:off x="4897300" y="535300"/>
            <a:ext cx="2788800" cy="4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iPHONE</a:t>
            </a:r>
            <a:endParaRPr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PROJECT</a:t>
            </a:r>
            <a:endParaRPr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1511102" y="535613"/>
            <a:ext cx="2879504" cy="4072345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1709800" y="910325"/>
            <a:ext cx="2493300" cy="333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Dosis"/>
                <a:ea typeface="Dosis"/>
                <a:cs typeface="Dosis"/>
                <a:sym typeface="Dosis"/>
              </a:rPr>
              <a:t>Place your screenshot here</a:t>
            </a:r>
            <a:endParaRPr sz="1000">
              <a:solidFill>
                <a:srgbClr val="99999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4" name="Google Shape;294;p34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34"/>
          <p:cNvSpPr txBox="1"/>
          <p:nvPr>
            <p:ph idx="4294967295" type="body"/>
          </p:nvPr>
        </p:nvSpPr>
        <p:spPr>
          <a:xfrm>
            <a:off x="4897300" y="535300"/>
            <a:ext cx="2788800" cy="4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TABLET</a:t>
            </a:r>
            <a:endParaRPr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PROJECT</a:t>
            </a:r>
            <a:endParaRPr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/>
        </p:nvSpPr>
        <p:spPr>
          <a:xfrm>
            <a:off x="1079225" y="1052750"/>
            <a:ext cx="4460080" cy="3472223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/>
          <p:nvPr/>
        </p:nvSpPr>
        <p:spPr>
          <a:xfrm>
            <a:off x="1265867" y="1237141"/>
            <a:ext cx="40869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Dosis"/>
                <a:ea typeface="Dosis"/>
                <a:cs typeface="Dosis"/>
                <a:sym typeface="Dosis"/>
              </a:rPr>
              <a:t>Place your screenshot here</a:t>
            </a:r>
            <a:endParaRPr sz="1000">
              <a:solidFill>
                <a:srgbClr val="99999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2" name="Google Shape;302;p35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35"/>
          <p:cNvSpPr txBox="1"/>
          <p:nvPr>
            <p:ph idx="4294967295" type="body"/>
          </p:nvPr>
        </p:nvSpPr>
        <p:spPr>
          <a:xfrm>
            <a:off x="5811700" y="535300"/>
            <a:ext cx="2788800" cy="41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DESKTOP PROJECT</a:t>
            </a:r>
            <a:endParaRPr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36"/>
          <p:cNvSpPr txBox="1"/>
          <p:nvPr>
            <p:ph idx="4294967295" type="ctrTitle"/>
          </p:nvPr>
        </p:nvSpPr>
        <p:spPr>
          <a:xfrm>
            <a:off x="1033300" y="1583350"/>
            <a:ext cx="6672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THANKS!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310" name="Google Shape;310;p36"/>
          <p:cNvSpPr txBox="1"/>
          <p:nvPr>
            <p:ph idx="4294967295" type="subTitle"/>
          </p:nvPr>
        </p:nvSpPr>
        <p:spPr>
          <a:xfrm>
            <a:off x="1033300" y="2630575"/>
            <a:ext cx="7185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Any questions?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</a:rPr>
              <a:t>You can find me at @username &amp; user@mail.me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16" name="Google Shape;316;p37"/>
          <p:cNvSpPr txBox="1"/>
          <p:nvPr>
            <p:ph idx="1" type="body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Startupstockphotos</a:t>
            </a:r>
            <a:endParaRPr sz="2400"/>
          </a:p>
        </p:txBody>
      </p:sp>
      <p:sp>
        <p:nvSpPr>
          <p:cNvPr id="317" name="Google Shape;317;p37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23" name="Google Shape;323;p38"/>
          <p:cNvSpPr txBox="1"/>
          <p:nvPr>
            <p:ph idx="1" type="body"/>
          </p:nvPr>
        </p:nvSpPr>
        <p:spPr>
          <a:xfrm>
            <a:off x="1104900" y="1200150"/>
            <a:ext cx="7581900" cy="26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 and colors: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Titles: </a:t>
            </a:r>
            <a:r>
              <a:rPr b="1" lang="en" sz="1800"/>
              <a:t>Dosis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Body copy: </a:t>
            </a:r>
            <a:r>
              <a:rPr b="1" lang="en" sz="1800"/>
              <a:t>Roboto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You can download the fonts on these pages: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hlinkClick r:id="rId3"/>
              </a:rPr>
              <a:t>https://www.fontsquirrel.com/fonts/dosis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hlinkClick r:id="rId4"/>
              </a:rPr>
              <a:t>https://material.google.com/resources/roboto-noto-fonts.html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Orange </a:t>
            </a:r>
            <a:r>
              <a:rPr b="1" lang="en" sz="1800">
                <a:solidFill>
                  <a:schemeClr val="accent1"/>
                </a:solidFill>
              </a:rPr>
              <a:t>#ff8700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1104900" y="4400250"/>
            <a:ext cx="6885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5" name="Google Shape;325;p38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39"/>
          <p:cNvGrpSpPr/>
          <p:nvPr/>
        </p:nvGrpSpPr>
        <p:grpSpPr>
          <a:xfrm>
            <a:off x="3303772" y="275619"/>
            <a:ext cx="342903" cy="447293"/>
            <a:chOff x="590250" y="244200"/>
            <a:chExt cx="407975" cy="532175"/>
          </a:xfrm>
        </p:grpSpPr>
        <p:sp>
          <p:nvSpPr>
            <p:cNvPr id="331" name="Google Shape;331;p39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9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9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9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9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9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9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9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9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9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9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9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9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9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" name="Google Shape;345;p39"/>
          <p:cNvGrpSpPr/>
          <p:nvPr/>
        </p:nvGrpSpPr>
        <p:grpSpPr>
          <a:xfrm>
            <a:off x="3856464" y="341641"/>
            <a:ext cx="372594" cy="310145"/>
            <a:chOff x="1247825" y="322750"/>
            <a:chExt cx="443300" cy="369000"/>
          </a:xfrm>
        </p:grpSpPr>
        <p:sp>
          <p:nvSpPr>
            <p:cNvPr id="346" name="Google Shape;346;p39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9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9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9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" name="Google Shape;351;p39"/>
          <p:cNvGrpSpPr/>
          <p:nvPr/>
        </p:nvGrpSpPr>
        <p:grpSpPr>
          <a:xfrm>
            <a:off x="4429643" y="340107"/>
            <a:ext cx="356204" cy="313212"/>
            <a:chOff x="1929775" y="320925"/>
            <a:chExt cx="423800" cy="372650"/>
          </a:xfrm>
        </p:grpSpPr>
        <p:sp>
          <p:nvSpPr>
            <p:cNvPr id="352" name="Google Shape;352;p39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9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9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9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9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39"/>
          <p:cNvSpPr/>
          <p:nvPr/>
        </p:nvSpPr>
        <p:spPr>
          <a:xfrm>
            <a:off x="5026945" y="328854"/>
            <a:ext cx="291717" cy="335738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9"/>
          <p:cNvSpPr/>
          <p:nvPr/>
        </p:nvSpPr>
        <p:spPr>
          <a:xfrm>
            <a:off x="5611913" y="329884"/>
            <a:ext cx="251793" cy="333679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39"/>
          <p:cNvGrpSpPr/>
          <p:nvPr/>
        </p:nvGrpSpPr>
        <p:grpSpPr>
          <a:xfrm>
            <a:off x="6699287" y="304785"/>
            <a:ext cx="336767" cy="383835"/>
            <a:chOff x="4630125" y="278900"/>
            <a:chExt cx="400675" cy="456675"/>
          </a:xfrm>
        </p:grpSpPr>
        <p:sp>
          <p:nvSpPr>
            <p:cNvPr id="360" name="Google Shape;360;p39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9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9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9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" name="Google Shape;364;p39"/>
          <p:cNvSpPr/>
          <p:nvPr/>
        </p:nvSpPr>
        <p:spPr>
          <a:xfrm>
            <a:off x="7239876" y="328350"/>
            <a:ext cx="385895" cy="336746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39"/>
          <p:cNvGrpSpPr/>
          <p:nvPr/>
        </p:nvGrpSpPr>
        <p:grpSpPr>
          <a:xfrm>
            <a:off x="3308899" y="851341"/>
            <a:ext cx="342882" cy="418128"/>
            <a:chOff x="596350" y="929175"/>
            <a:chExt cx="407950" cy="497475"/>
          </a:xfrm>
        </p:grpSpPr>
        <p:sp>
          <p:nvSpPr>
            <p:cNvPr id="366" name="Google Shape;366;p39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9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9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9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9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9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9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" name="Google Shape;373;p39"/>
          <p:cNvGrpSpPr/>
          <p:nvPr/>
        </p:nvGrpSpPr>
        <p:grpSpPr>
          <a:xfrm>
            <a:off x="4433215" y="912256"/>
            <a:ext cx="349060" cy="298882"/>
            <a:chOff x="1934025" y="1001650"/>
            <a:chExt cx="415300" cy="355600"/>
          </a:xfrm>
        </p:grpSpPr>
        <p:sp>
          <p:nvSpPr>
            <p:cNvPr id="374" name="Google Shape;374;p39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9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9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9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39"/>
          <p:cNvSpPr/>
          <p:nvPr/>
        </p:nvSpPr>
        <p:spPr>
          <a:xfrm>
            <a:off x="4997274" y="887198"/>
            <a:ext cx="351077" cy="349039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5562784" y="904597"/>
            <a:ext cx="350068" cy="31424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9"/>
          <p:cNvSpPr/>
          <p:nvPr/>
        </p:nvSpPr>
        <p:spPr>
          <a:xfrm>
            <a:off x="6132896" y="907161"/>
            <a:ext cx="339835" cy="309115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9"/>
          <p:cNvSpPr/>
          <p:nvPr/>
        </p:nvSpPr>
        <p:spPr>
          <a:xfrm>
            <a:off x="6709164" y="910229"/>
            <a:ext cx="317310" cy="30297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39"/>
          <p:cNvGrpSpPr/>
          <p:nvPr/>
        </p:nvGrpSpPr>
        <p:grpSpPr>
          <a:xfrm>
            <a:off x="7257610" y="889731"/>
            <a:ext cx="350068" cy="350573"/>
            <a:chOff x="5294400" y="974850"/>
            <a:chExt cx="416500" cy="417100"/>
          </a:xfrm>
        </p:grpSpPr>
        <p:sp>
          <p:nvSpPr>
            <p:cNvPr id="383" name="Google Shape;383;p39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39"/>
          <p:cNvGrpSpPr/>
          <p:nvPr/>
        </p:nvGrpSpPr>
        <p:grpSpPr>
          <a:xfrm>
            <a:off x="7780632" y="850332"/>
            <a:ext cx="433992" cy="422729"/>
            <a:chOff x="5916675" y="927975"/>
            <a:chExt cx="516350" cy="502950"/>
          </a:xfrm>
        </p:grpSpPr>
        <p:sp>
          <p:nvSpPr>
            <p:cNvPr id="386" name="Google Shape;386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39"/>
          <p:cNvGrpSpPr/>
          <p:nvPr/>
        </p:nvGrpSpPr>
        <p:grpSpPr>
          <a:xfrm>
            <a:off x="3282276" y="1499745"/>
            <a:ext cx="391001" cy="264085"/>
            <a:chOff x="564675" y="1700625"/>
            <a:chExt cx="465200" cy="314200"/>
          </a:xfrm>
        </p:grpSpPr>
        <p:sp>
          <p:nvSpPr>
            <p:cNvPr id="389" name="Google Shape;389;p39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39"/>
          <p:cNvGrpSpPr/>
          <p:nvPr/>
        </p:nvGrpSpPr>
        <p:grpSpPr>
          <a:xfrm>
            <a:off x="3847260" y="1435257"/>
            <a:ext cx="391001" cy="382827"/>
            <a:chOff x="1236875" y="1623900"/>
            <a:chExt cx="465200" cy="455475"/>
          </a:xfrm>
        </p:grpSpPr>
        <p:sp>
          <p:nvSpPr>
            <p:cNvPr id="393" name="Google Shape;393;p39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9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9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39"/>
          <p:cNvGrpSpPr/>
          <p:nvPr/>
        </p:nvGrpSpPr>
        <p:grpSpPr>
          <a:xfrm>
            <a:off x="4424515" y="1443452"/>
            <a:ext cx="366458" cy="366437"/>
            <a:chOff x="1923675" y="1633650"/>
            <a:chExt cx="436000" cy="435975"/>
          </a:xfrm>
        </p:grpSpPr>
        <p:sp>
          <p:nvSpPr>
            <p:cNvPr id="401" name="Google Shape;401;p39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9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9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9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39"/>
          <p:cNvGrpSpPr/>
          <p:nvPr/>
        </p:nvGrpSpPr>
        <p:grpSpPr>
          <a:xfrm>
            <a:off x="4987966" y="1441918"/>
            <a:ext cx="369505" cy="369505"/>
            <a:chOff x="2594050" y="1631825"/>
            <a:chExt cx="439625" cy="439625"/>
          </a:xfrm>
        </p:grpSpPr>
        <p:sp>
          <p:nvSpPr>
            <p:cNvPr id="408" name="Google Shape;408;p3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39"/>
          <p:cNvSpPr/>
          <p:nvPr/>
        </p:nvSpPr>
        <p:spPr>
          <a:xfrm>
            <a:off x="5569424" y="1458340"/>
            <a:ext cx="336767" cy="336767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" name="Google Shape;413;p39"/>
          <p:cNvGrpSpPr/>
          <p:nvPr/>
        </p:nvGrpSpPr>
        <p:grpSpPr>
          <a:xfrm>
            <a:off x="6152731" y="1414287"/>
            <a:ext cx="299911" cy="424768"/>
            <a:chOff x="3979850" y="1598950"/>
            <a:chExt cx="356825" cy="505375"/>
          </a:xfrm>
        </p:grpSpPr>
        <p:sp>
          <p:nvSpPr>
            <p:cNvPr id="414" name="Google Shape;414;p39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" name="Google Shape;416;p39"/>
          <p:cNvGrpSpPr/>
          <p:nvPr/>
        </p:nvGrpSpPr>
        <p:grpSpPr>
          <a:xfrm>
            <a:off x="6670121" y="1505376"/>
            <a:ext cx="395098" cy="242589"/>
            <a:chOff x="4595425" y="1707325"/>
            <a:chExt cx="470075" cy="288625"/>
          </a:xfrm>
        </p:grpSpPr>
        <p:sp>
          <p:nvSpPr>
            <p:cNvPr id="417" name="Google Shape;417;p39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39"/>
          <p:cNvGrpSpPr/>
          <p:nvPr/>
        </p:nvGrpSpPr>
        <p:grpSpPr>
          <a:xfrm>
            <a:off x="7254038" y="1446016"/>
            <a:ext cx="357234" cy="361310"/>
            <a:chOff x="5290150" y="1636700"/>
            <a:chExt cx="425025" cy="429875"/>
          </a:xfrm>
        </p:grpSpPr>
        <p:sp>
          <p:nvSpPr>
            <p:cNvPr id="423" name="Google Shape;423;p39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39"/>
          <p:cNvGrpSpPr/>
          <p:nvPr/>
        </p:nvGrpSpPr>
        <p:grpSpPr>
          <a:xfrm>
            <a:off x="7817992" y="1435257"/>
            <a:ext cx="359272" cy="376691"/>
            <a:chOff x="5961125" y="1623900"/>
            <a:chExt cx="427450" cy="448175"/>
          </a:xfrm>
        </p:grpSpPr>
        <p:sp>
          <p:nvSpPr>
            <p:cNvPr id="426" name="Google Shape;426;p39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39"/>
          <p:cNvGrpSpPr/>
          <p:nvPr/>
        </p:nvGrpSpPr>
        <p:grpSpPr>
          <a:xfrm>
            <a:off x="8370684" y="1444986"/>
            <a:ext cx="383835" cy="363369"/>
            <a:chOff x="6618700" y="1635475"/>
            <a:chExt cx="456675" cy="432325"/>
          </a:xfrm>
        </p:grpSpPr>
        <p:sp>
          <p:nvSpPr>
            <p:cNvPr id="434" name="Google Shape;434;p39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39"/>
          <p:cNvGrpSpPr/>
          <p:nvPr/>
        </p:nvGrpSpPr>
        <p:grpSpPr>
          <a:xfrm>
            <a:off x="3325772" y="2028398"/>
            <a:ext cx="304009" cy="326513"/>
            <a:chOff x="616425" y="2329600"/>
            <a:chExt cx="361700" cy="388475"/>
          </a:xfrm>
        </p:grpSpPr>
        <p:sp>
          <p:nvSpPr>
            <p:cNvPr id="440" name="Google Shape;440;p39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9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9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9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39"/>
          <p:cNvGrpSpPr/>
          <p:nvPr/>
        </p:nvGrpSpPr>
        <p:grpSpPr>
          <a:xfrm>
            <a:off x="3882582" y="2031466"/>
            <a:ext cx="320378" cy="320378"/>
            <a:chOff x="1278900" y="2333250"/>
            <a:chExt cx="381175" cy="381175"/>
          </a:xfrm>
        </p:grpSpPr>
        <p:sp>
          <p:nvSpPr>
            <p:cNvPr id="449" name="Google Shape;449;p39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9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39"/>
          <p:cNvGrpSpPr/>
          <p:nvPr/>
        </p:nvGrpSpPr>
        <p:grpSpPr>
          <a:xfrm>
            <a:off x="4447545" y="2031466"/>
            <a:ext cx="320399" cy="320378"/>
            <a:chOff x="1951075" y="2333250"/>
            <a:chExt cx="381200" cy="381175"/>
          </a:xfrm>
        </p:grpSpPr>
        <p:sp>
          <p:nvSpPr>
            <p:cNvPr id="454" name="Google Shape;454;p39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9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" name="Google Shape;458;p39"/>
          <p:cNvGrpSpPr/>
          <p:nvPr/>
        </p:nvGrpSpPr>
        <p:grpSpPr>
          <a:xfrm>
            <a:off x="5012529" y="2031466"/>
            <a:ext cx="320378" cy="320378"/>
            <a:chOff x="2623275" y="2333250"/>
            <a:chExt cx="381175" cy="381175"/>
          </a:xfrm>
        </p:grpSpPr>
        <p:sp>
          <p:nvSpPr>
            <p:cNvPr id="459" name="Google Shape;459;p39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39"/>
          <p:cNvGrpSpPr/>
          <p:nvPr/>
        </p:nvGrpSpPr>
        <p:grpSpPr>
          <a:xfrm>
            <a:off x="5652234" y="1976203"/>
            <a:ext cx="170937" cy="426827"/>
            <a:chOff x="3384375" y="2267500"/>
            <a:chExt cx="203375" cy="507825"/>
          </a:xfrm>
        </p:grpSpPr>
        <p:sp>
          <p:nvSpPr>
            <p:cNvPr id="464" name="Google Shape;464;p39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39"/>
          <p:cNvGrpSpPr/>
          <p:nvPr/>
        </p:nvGrpSpPr>
        <p:grpSpPr>
          <a:xfrm>
            <a:off x="6797541" y="2030436"/>
            <a:ext cx="140237" cy="318339"/>
            <a:chOff x="4747025" y="2332025"/>
            <a:chExt cx="166850" cy="378750"/>
          </a:xfrm>
        </p:grpSpPr>
        <p:sp>
          <p:nvSpPr>
            <p:cNvPr id="467" name="Google Shape;467;p39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39"/>
          <p:cNvGrpSpPr/>
          <p:nvPr/>
        </p:nvGrpSpPr>
        <p:grpSpPr>
          <a:xfrm>
            <a:off x="6230015" y="1978241"/>
            <a:ext cx="145343" cy="422729"/>
            <a:chOff x="4071800" y="2269925"/>
            <a:chExt cx="172925" cy="502950"/>
          </a:xfrm>
        </p:grpSpPr>
        <p:sp>
          <p:nvSpPr>
            <p:cNvPr id="470" name="Google Shape;470;p39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" name="Google Shape;472;p39"/>
          <p:cNvSpPr/>
          <p:nvPr/>
        </p:nvSpPr>
        <p:spPr>
          <a:xfrm>
            <a:off x="7272636" y="2022841"/>
            <a:ext cx="320378" cy="337776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3" name="Google Shape;473;p39"/>
          <p:cNvGrpSpPr/>
          <p:nvPr/>
        </p:nvGrpSpPr>
        <p:grpSpPr>
          <a:xfrm>
            <a:off x="7827721" y="2028902"/>
            <a:ext cx="345971" cy="325505"/>
            <a:chOff x="5972700" y="2330200"/>
            <a:chExt cx="411625" cy="387275"/>
          </a:xfrm>
        </p:grpSpPr>
        <p:sp>
          <p:nvSpPr>
            <p:cNvPr id="474" name="Google Shape;474;p39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39"/>
          <p:cNvGrpSpPr/>
          <p:nvPr/>
        </p:nvGrpSpPr>
        <p:grpSpPr>
          <a:xfrm>
            <a:off x="3423018" y="2557031"/>
            <a:ext cx="109538" cy="399195"/>
            <a:chOff x="732125" y="2958550"/>
            <a:chExt cx="130325" cy="474950"/>
          </a:xfrm>
        </p:grpSpPr>
        <p:sp>
          <p:nvSpPr>
            <p:cNvPr id="477" name="Google Shape;477;p39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39"/>
          <p:cNvSpPr/>
          <p:nvPr/>
        </p:nvSpPr>
        <p:spPr>
          <a:xfrm>
            <a:off x="4439938" y="2541260"/>
            <a:ext cx="335738" cy="430924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3918430" y="2541260"/>
            <a:ext cx="248746" cy="430924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39"/>
          <p:cNvGrpSpPr/>
          <p:nvPr/>
        </p:nvGrpSpPr>
        <p:grpSpPr>
          <a:xfrm>
            <a:off x="4978762" y="2569827"/>
            <a:ext cx="387933" cy="367467"/>
            <a:chOff x="2583100" y="2973775"/>
            <a:chExt cx="461550" cy="437200"/>
          </a:xfrm>
        </p:grpSpPr>
        <p:sp>
          <p:nvSpPr>
            <p:cNvPr id="488" name="Google Shape;488;p39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0" name="Google Shape;490;p39"/>
          <p:cNvSpPr/>
          <p:nvPr/>
        </p:nvSpPr>
        <p:spPr>
          <a:xfrm>
            <a:off x="6689706" y="2578622"/>
            <a:ext cx="356204" cy="356204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39"/>
          <p:cNvGrpSpPr/>
          <p:nvPr/>
        </p:nvGrpSpPr>
        <p:grpSpPr>
          <a:xfrm>
            <a:off x="7218211" y="2597984"/>
            <a:ext cx="435022" cy="323445"/>
            <a:chOff x="5247525" y="3007275"/>
            <a:chExt cx="517575" cy="384825"/>
          </a:xfrm>
        </p:grpSpPr>
        <p:sp>
          <p:nvSpPr>
            <p:cNvPr id="492" name="Google Shape;492;p39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39"/>
          <p:cNvGrpSpPr/>
          <p:nvPr/>
        </p:nvGrpSpPr>
        <p:grpSpPr>
          <a:xfrm>
            <a:off x="6129197" y="2579556"/>
            <a:ext cx="342882" cy="350068"/>
            <a:chOff x="3951850" y="2985350"/>
            <a:chExt cx="407950" cy="416500"/>
          </a:xfrm>
        </p:grpSpPr>
        <p:sp>
          <p:nvSpPr>
            <p:cNvPr id="495" name="Google Shape;495;p39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85869" y="3169104"/>
            <a:ext cx="397136" cy="305017"/>
            <a:chOff x="568950" y="3686775"/>
            <a:chExt cx="472500" cy="362900"/>
          </a:xfrm>
        </p:grpSpPr>
        <p:sp>
          <p:nvSpPr>
            <p:cNvPr id="500" name="Google Shape;500;p39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3" name="Google Shape;503;p39"/>
          <p:cNvSpPr/>
          <p:nvPr/>
        </p:nvSpPr>
        <p:spPr>
          <a:xfrm>
            <a:off x="7862711" y="2562252"/>
            <a:ext cx="270221" cy="388962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4" name="Google Shape;504;p39"/>
          <p:cNvGrpSpPr/>
          <p:nvPr/>
        </p:nvGrpSpPr>
        <p:grpSpPr>
          <a:xfrm>
            <a:off x="3853921" y="3194697"/>
            <a:ext cx="377700" cy="253852"/>
            <a:chOff x="1244800" y="3717225"/>
            <a:chExt cx="449375" cy="302025"/>
          </a:xfrm>
        </p:grpSpPr>
        <p:sp>
          <p:nvSpPr>
            <p:cNvPr id="505" name="Google Shape;505;p39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39"/>
          <p:cNvGrpSpPr/>
          <p:nvPr/>
        </p:nvGrpSpPr>
        <p:grpSpPr>
          <a:xfrm>
            <a:off x="4424011" y="3175239"/>
            <a:ext cx="367467" cy="287115"/>
            <a:chOff x="1923075" y="3694075"/>
            <a:chExt cx="437200" cy="341600"/>
          </a:xfrm>
        </p:grpSpPr>
        <p:sp>
          <p:nvSpPr>
            <p:cNvPr id="512" name="Google Shape;512;p39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39"/>
          <p:cNvGrpSpPr/>
          <p:nvPr/>
        </p:nvGrpSpPr>
        <p:grpSpPr>
          <a:xfrm>
            <a:off x="4992567" y="3170638"/>
            <a:ext cx="360301" cy="295814"/>
            <a:chOff x="2599525" y="3688600"/>
            <a:chExt cx="428675" cy="351950"/>
          </a:xfrm>
        </p:grpSpPr>
        <p:sp>
          <p:nvSpPr>
            <p:cNvPr id="522" name="Google Shape;522;p39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39"/>
          <p:cNvGrpSpPr/>
          <p:nvPr/>
        </p:nvGrpSpPr>
        <p:grpSpPr>
          <a:xfrm>
            <a:off x="5574950" y="3150171"/>
            <a:ext cx="333700" cy="329077"/>
            <a:chOff x="3292425" y="3664250"/>
            <a:chExt cx="397025" cy="391525"/>
          </a:xfrm>
        </p:grpSpPr>
        <p:sp>
          <p:nvSpPr>
            <p:cNvPr id="526" name="Google Shape;526;p39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39"/>
          <p:cNvGrpSpPr/>
          <p:nvPr/>
        </p:nvGrpSpPr>
        <p:grpSpPr>
          <a:xfrm>
            <a:off x="6112807" y="3192638"/>
            <a:ext cx="369526" cy="268183"/>
            <a:chOff x="3932350" y="3714775"/>
            <a:chExt cx="439650" cy="319075"/>
          </a:xfrm>
        </p:grpSpPr>
        <p:sp>
          <p:nvSpPr>
            <p:cNvPr id="530" name="Google Shape;530;p39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6677791" y="3192638"/>
            <a:ext cx="369505" cy="268183"/>
            <a:chOff x="4604550" y="3714775"/>
            <a:chExt cx="439625" cy="319075"/>
          </a:xfrm>
        </p:grpSpPr>
        <p:sp>
          <p:nvSpPr>
            <p:cNvPr id="536" name="Google Shape;536;p39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7256076" y="3165006"/>
            <a:ext cx="353136" cy="313738"/>
            <a:chOff x="5292575" y="3681900"/>
            <a:chExt cx="420150" cy="373275"/>
          </a:xfrm>
        </p:grpSpPr>
        <p:sp>
          <p:nvSpPr>
            <p:cNvPr id="539" name="Google Shape;539;p39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39"/>
          <p:cNvGrpSpPr/>
          <p:nvPr/>
        </p:nvGrpSpPr>
        <p:grpSpPr>
          <a:xfrm>
            <a:off x="7801098" y="3125082"/>
            <a:ext cx="393060" cy="393060"/>
            <a:chOff x="5941025" y="3634400"/>
            <a:chExt cx="467650" cy="467650"/>
          </a:xfrm>
        </p:grpSpPr>
        <p:sp>
          <p:nvSpPr>
            <p:cNvPr id="547" name="Google Shape;547;p39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3" name="Google Shape;553;p39"/>
          <p:cNvGrpSpPr/>
          <p:nvPr/>
        </p:nvGrpSpPr>
        <p:grpSpPr>
          <a:xfrm>
            <a:off x="8391171" y="3150171"/>
            <a:ext cx="342882" cy="342903"/>
            <a:chOff x="6643075" y="3664250"/>
            <a:chExt cx="407950" cy="407975"/>
          </a:xfrm>
        </p:grpSpPr>
        <p:sp>
          <p:nvSpPr>
            <p:cNvPr id="554" name="Google Shape;554;p39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39"/>
          <p:cNvGrpSpPr/>
          <p:nvPr/>
        </p:nvGrpSpPr>
        <p:grpSpPr>
          <a:xfrm>
            <a:off x="3292005" y="3700825"/>
            <a:ext cx="371564" cy="371543"/>
            <a:chOff x="576250" y="4319400"/>
            <a:chExt cx="442075" cy="442050"/>
          </a:xfrm>
        </p:grpSpPr>
        <p:sp>
          <p:nvSpPr>
            <p:cNvPr id="557" name="Google Shape;557;p39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39"/>
          <p:cNvSpPr/>
          <p:nvPr/>
        </p:nvSpPr>
        <p:spPr>
          <a:xfrm>
            <a:off x="3841668" y="377312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9"/>
          <p:cNvSpPr/>
          <p:nvPr/>
        </p:nvSpPr>
        <p:spPr>
          <a:xfrm>
            <a:off x="6132391" y="3716303"/>
            <a:ext cx="340844" cy="340865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9"/>
          <p:cNvSpPr/>
          <p:nvPr/>
        </p:nvSpPr>
        <p:spPr>
          <a:xfrm>
            <a:off x="5567386" y="3737799"/>
            <a:ext cx="340844" cy="297873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9"/>
          <p:cNvSpPr/>
          <p:nvPr/>
        </p:nvSpPr>
        <p:spPr>
          <a:xfrm>
            <a:off x="6695863" y="3714769"/>
            <a:ext cx="343912" cy="343933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39"/>
          <p:cNvGrpSpPr/>
          <p:nvPr/>
        </p:nvGrpSpPr>
        <p:grpSpPr>
          <a:xfrm>
            <a:off x="7235610" y="3719757"/>
            <a:ext cx="394068" cy="325505"/>
            <a:chOff x="5268225" y="4341925"/>
            <a:chExt cx="468850" cy="387275"/>
          </a:xfrm>
        </p:grpSpPr>
        <p:sp>
          <p:nvSpPr>
            <p:cNvPr id="566" name="Google Shape;566;p39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9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39"/>
          <p:cNvGrpSpPr/>
          <p:nvPr/>
        </p:nvGrpSpPr>
        <p:grpSpPr>
          <a:xfrm>
            <a:off x="7820556" y="3709524"/>
            <a:ext cx="354145" cy="354145"/>
            <a:chOff x="5964175" y="4329750"/>
            <a:chExt cx="421350" cy="421350"/>
          </a:xfrm>
        </p:grpSpPr>
        <p:sp>
          <p:nvSpPr>
            <p:cNvPr id="575" name="Google Shape;575;p39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39"/>
          <p:cNvGrpSpPr/>
          <p:nvPr/>
        </p:nvGrpSpPr>
        <p:grpSpPr>
          <a:xfrm>
            <a:off x="3856464" y="4274508"/>
            <a:ext cx="372594" cy="360301"/>
            <a:chOff x="1247825" y="5001950"/>
            <a:chExt cx="443300" cy="428675"/>
          </a:xfrm>
        </p:grpSpPr>
        <p:sp>
          <p:nvSpPr>
            <p:cNvPr id="578" name="Google Shape;578;p39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9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9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39"/>
          <p:cNvGrpSpPr/>
          <p:nvPr/>
        </p:nvGrpSpPr>
        <p:grpSpPr>
          <a:xfrm>
            <a:off x="4454710" y="4256585"/>
            <a:ext cx="306068" cy="389992"/>
            <a:chOff x="1959600" y="4980625"/>
            <a:chExt cx="364150" cy="464000"/>
          </a:xfrm>
        </p:grpSpPr>
        <p:sp>
          <p:nvSpPr>
            <p:cNvPr id="585" name="Google Shape;585;p39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9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2" name="Google Shape;592;p39"/>
          <p:cNvGrpSpPr/>
          <p:nvPr/>
        </p:nvGrpSpPr>
        <p:grpSpPr>
          <a:xfrm>
            <a:off x="4997190" y="4271440"/>
            <a:ext cx="351077" cy="360806"/>
            <a:chOff x="2605025" y="4998300"/>
            <a:chExt cx="417700" cy="429275"/>
          </a:xfrm>
        </p:grpSpPr>
        <p:sp>
          <p:nvSpPr>
            <p:cNvPr id="593" name="Google Shape;593;p39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6" name="Google Shape;596;p39"/>
          <p:cNvGrpSpPr/>
          <p:nvPr/>
        </p:nvGrpSpPr>
        <p:grpSpPr>
          <a:xfrm>
            <a:off x="5527882" y="4274508"/>
            <a:ext cx="419662" cy="349543"/>
            <a:chOff x="3236425" y="5001950"/>
            <a:chExt cx="499300" cy="415875"/>
          </a:xfrm>
        </p:grpSpPr>
        <p:sp>
          <p:nvSpPr>
            <p:cNvPr id="597" name="Google Shape;597;p39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39"/>
          <p:cNvGrpSpPr/>
          <p:nvPr/>
        </p:nvGrpSpPr>
        <p:grpSpPr>
          <a:xfrm>
            <a:off x="6143002" y="4256585"/>
            <a:ext cx="319369" cy="380263"/>
            <a:chOff x="3968275" y="4980625"/>
            <a:chExt cx="379975" cy="452425"/>
          </a:xfrm>
        </p:grpSpPr>
        <p:sp>
          <p:nvSpPr>
            <p:cNvPr id="604" name="Google Shape;604;p39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39"/>
          <p:cNvGrpSpPr/>
          <p:nvPr/>
        </p:nvGrpSpPr>
        <p:grpSpPr>
          <a:xfrm>
            <a:off x="7798535" y="4341538"/>
            <a:ext cx="404323" cy="220085"/>
            <a:chOff x="5937975" y="5081700"/>
            <a:chExt cx="481050" cy="261850"/>
          </a:xfrm>
        </p:grpSpPr>
        <p:sp>
          <p:nvSpPr>
            <p:cNvPr id="608" name="Google Shape;608;p39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1" name="Google Shape;611;p39"/>
          <p:cNvGrpSpPr/>
          <p:nvPr/>
        </p:nvGrpSpPr>
        <p:grpSpPr>
          <a:xfrm>
            <a:off x="8416743" y="4299072"/>
            <a:ext cx="290183" cy="333679"/>
            <a:chOff x="6673500" y="5031175"/>
            <a:chExt cx="345250" cy="397000"/>
          </a:xfrm>
        </p:grpSpPr>
        <p:sp>
          <p:nvSpPr>
            <p:cNvPr id="612" name="Google Shape;612;p39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39"/>
          <p:cNvGrpSpPr/>
          <p:nvPr/>
        </p:nvGrpSpPr>
        <p:grpSpPr>
          <a:xfrm>
            <a:off x="6108730" y="323717"/>
            <a:ext cx="387933" cy="345971"/>
            <a:chOff x="3927500" y="301425"/>
            <a:chExt cx="461550" cy="411625"/>
          </a:xfrm>
        </p:grpSpPr>
        <p:sp>
          <p:nvSpPr>
            <p:cNvPr id="618" name="Google Shape;618;p39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9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9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5" name="Google Shape;645;p39"/>
          <p:cNvGrpSpPr/>
          <p:nvPr/>
        </p:nvGrpSpPr>
        <p:grpSpPr>
          <a:xfrm>
            <a:off x="8396277" y="330378"/>
            <a:ext cx="332670" cy="332670"/>
            <a:chOff x="6649150" y="309350"/>
            <a:chExt cx="395800" cy="395800"/>
          </a:xfrm>
        </p:grpSpPr>
        <p:sp>
          <p:nvSpPr>
            <p:cNvPr id="646" name="Google Shape;646;p39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9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Google Shape;669;p39"/>
          <p:cNvGrpSpPr/>
          <p:nvPr/>
        </p:nvGrpSpPr>
        <p:grpSpPr>
          <a:xfrm>
            <a:off x="7828730" y="338048"/>
            <a:ext cx="337797" cy="319873"/>
            <a:chOff x="5973900" y="318475"/>
            <a:chExt cx="401900" cy="380575"/>
          </a:xfrm>
        </p:grpSpPr>
        <p:sp>
          <p:nvSpPr>
            <p:cNvPr id="670" name="Google Shape;670;p39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39"/>
          <p:cNvGrpSpPr/>
          <p:nvPr/>
        </p:nvGrpSpPr>
        <p:grpSpPr>
          <a:xfrm>
            <a:off x="3873883" y="851341"/>
            <a:ext cx="342882" cy="418128"/>
            <a:chOff x="1268550" y="929175"/>
            <a:chExt cx="407950" cy="497475"/>
          </a:xfrm>
        </p:grpSpPr>
        <p:sp>
          <p:nvSpPr>
            <p:cNvPr id="685" name="Google Shape;685;p39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8" name="Google Shape;688;p39"/>
          <p:cNvGrpSpPr/>
          <p:nvPr/>
        </p:nvGrpSpPr>
        <p:grpSpPr>
          <a:xfrm>
            <a:off x="8359947" y="867205"/>
            <a:ext cx="405331" cy="388962"/>
            <a:chOff x="6605925" y="948050"/>
            <a:chExt cx="482250" cy="462775"/>
          </a:xfrm>
        </p:grpSpPr>
        <p:sp>
          <p:nvSpPr>
            <p:cNvPr id="689" name="Google Shape;689;p39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9"/>
          <p:cNvGrpSpPr/>
          <p:nvPr/>
        </p:nvGrpSpPr>
        <p:grpSpPr>
          <a:xfrm>
            <a:off x="8454629" y="2019174"/>
            <a:ext cx="215966" cy="342399"/>
            <a:chOff x="6718575" y="2318625"/>
            <a:chExt cx="256950" cy="407375"/>
          </a:xfrm>
        </p:grpSpPr>
        <p:sp>
          <p:nvSpPr>
            <p:cNvPr id="696" name="Google Shape;696;p39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39"/>
          <p:cNvGrpSpPr/>
          <p:nvPr/>
        </p:nvGrpSpPr>
        <p:grpSpPr>
          <a:xfrm>
            <a:off x="5556018" y="2646082"/>
            <a:ext cx="363369" cy="221115"/>
            <a:chOff x="3269900" y="3064500"/>
            <a:chExt cx="432325" cy="263075"/>
          </a:xfrm>
        </p:grpSpPr>
        <p:sp>
          <p:nvSpPr>
            <p:cNvPr id="705" name="Google Shape;705;p39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8" name="Google Shape;708;p39"/>
          <p:cNvGrpSpPr/>
          <p:nvPr/>
        </p:nvGrpSpPr>
        <p:grpSpPr>
          <a:xfrm>
            <a:off x="8430044" y="2578526"/>
            <a:ext cx="265115" cy="372594"/>
            <a:chOff x="6689325" y="2984125"/>
            <a:chExt cx="315425" cy="443300"/>
          </a:xfrm>
        </p:grpSpPr>
        <p:sp>
          <p:nvSpPr>
            <p:cNvPr id="709" name="Google Shape;709;p39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9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39"/>
          <p:cNvGrpSpPr/>
          <p:nvPr/>
        </p:nvGrpSpPr>
        <p:grpSpPr>
          <a:xfrm>
            <a:off x="4478770" y="3673194"/>
            <a:ext cx="256416" cy="414535"/>
            <a:chOff x="1988225" y="4286525"/>
            <a:chExt cx="305075" cy="493200"/>
          </a:xfrm>
        </p:grpSpPr>
        <p:sp>
          <p:nvSpPr>
            <p:cNvPr id="715" name="Google Shape;715;p39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9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9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9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9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39"/>
          <p:cNvGrpSpPr/>
          <p:nvPr/>
        </p:nvGrpSpPr>
        <p:grpSpPr>
          <a:xfrm>
            <a:off x="5022762" y="3702359"/>
            <a:ext cx="309640" cy="392030"/>
            <a:chOff x="2635450" y="4321225"/>
            <a:chExt cx="368400" cy="466425"/>
          </a:xfrm>
        </p:grpSpPr>
        <p:sp>
          <p:nvSpPr>
            <p:cNvPr id="723" name="Google Shape;723;p39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9" name="Google Shape;729;p39"/>
          <p:cNvGrpSpPr/>
          <p:nvPr/>
        </p:nvGrpSpPr>
        <p:grpSpPr>
          <a:xfrm>
            <a:off x="8391171" y="3692630"/>
            <a:ext cx="342882" cy="383835"/>
            <a:chOff x="6643075" y="4309650"/>
            <a:chExt cx="407950" cy="456675"/>
          </a:xfrm>
        </p:grpSpPr>
        <p:sp>
          <p:nvSpPr>
            <p:cNvPr id="730" name="Google Shape;730;p39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9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39"/>
          <p:cNvGrpSpPr/>
          <p:nvPr/>
        </p:nvGrpSpPr>
        <p:grpSpPr>
          <a:xfrm>
            <a:off x="7206444" y="4234585"/>
            <a:ext cx="452420" cy="433992"/>
            <a:chOff x="5233525" y="4954450"/>
            <a:chExt cx="538275" cy="516350"/>
          </a:xfrm>
        </p:grpSpPr>
        <p:sp>
          <p:nvSpPr>
            <p:cNvPr id="740" name="Google Shape;740;p39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9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9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9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39"/>
          <p:cNvGrpSpPr/>
          <p:nvPr/>
        </p:nvGrpSpPr>
        <p:grpSpPr>
          <a:xfrm>
            <a:off x="6637363" y="4242254"/>
            <a:ext cx="460615" cy="418653"/>
            <a:chOff x="4556450" y="4963575"/>
            <a:chExt cx="548025" cy="498100"/>
          </a:xfrm>
        </p:grpSpPr>
        <p:sp>
          <p:nvSpPr>
            <p:cNvPr id="752" name="Google Shape;752;p39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39"/>
          <p:cNvGrpSpPr/>
          <p:nvPr/>
        </p:nvGrpSpPr>
        <p:grpSpPr>
          <a:xfrm>
            <a:off x="3254645" y="4332839"/>
            <a:ext cx="445255" cy="246182"/>
            <a:chOff x="531800" y="5071350"/>
            <a:chExt cx="529750" cy="292900"/>
          </a:xfrm>
        </p:grpSpPr>
        <p:sp>
          <p:nvSpPr>
            <p:cNvPr id="758" name="Google Shape;758;p39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39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6" name="Google Shape;766;p39"/>
          <p:cNvSpPr txBox="1"/>
          <p:nvPr/>
        </p:nvSpPr>
        <p:spPr>
          <a:xfrm>
            <a:off x="495575" y="1196850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SlidesCarnival icons are editable shapes</a:t>
            </a:r>
            <a:r>
              <a:rPr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This means that you can:</a:t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Roboto"/>
              <a:buChar char="●"/>
            </a:pPr>
            <a:r>
              <a:rPr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Resize them without losing quality.</a:t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Roboto"/>
              <a:buChar char="●"/>
            </a:pPr>
            <a:r>
              <a:rPr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Change line color, width and style.</a:t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Isn’t that nice? :)</a:t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7" name="Google Shape;767;p39"/>
          <p:cNvGrpSpPr/>
          <p:nvPr/>
        </p:nvGrpSpPr>
        <p:grpSpPr>
          <a:xfrm>
            <a:off x="1490894" y="2688175"/>
            <a:ext cx="433992" cy="422729"/>
            <a:chOff x="5916675" y="927975"/>
            <a:chExt cx="516350" cy="502950"/>
          </a:xfrm>
        </p:grpSpPr>
        <p:sp>
          <p:nvSpPr>
            <p:cNvPr id="768" name="Google Shape;768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0" name="Google Shape;770;p39"/>
          <p:cNvGrpSpPr/>
          <p:nvPr/>
        </p:nvGrpSpPr>
        <p:grpSpPr>
          <a:xfrm>
            <a:off x="606914" y="3394077"/>
            <a:ext cx="1079481" cy="1051467"/>
            <a:chOff x="5916675" y="927975"/>
            <a:chExt cx="516350" cy="502950"/>
          </a:xfrm>
        </p:grpSpPr>
        <p:sp>
          <p:nvSpPr>
            <p:cNvPr id="771" name="Google Shape;771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3" name="Google Shape;773;p39"/>
          <p:cNvGrpSpPr/>
          <p:nvPr/>
        </p:nvGrpSpPr>
        <p:grpSpPr>
          <a:xfrm>
            <a:off x="607057" y="2688175"/>
            <a:ext cx="433992" cy="422729"/>
            <a:chOff x="5916675" y="927975"/>
            <a:chExt cx="516350" cy="502950"/>
          </a:xfrm>
        </p:grpSpPr>
        <p:sp>
          <p:nvSpPr>
            <p:cNvPr id="774" name="Google Shape;774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39"/>
          <p:cNvSpPr/>
          <p:nvPr/>
        </p:nvSpPr>
        <p:spPr>
          <a:xfrm>
            <a:off x="1683055" y="292455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9"/>
          <p:cNvSpPr/>
          <p:nvPr/>
        </p:nvSpPr>
        <p:spPr>
          <a:xfrm>
            <a:off x="799218" y="292455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9"/>
          <p:cNvSpPr/>
          <p:nvPr/>
        </p:nvSpPr>
        <p:spPr>
          <a:xfrm>
            <a:off x="1084753" y="3982090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40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784" name="Google Shape;784;p40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0" name="Google Shape;790;p40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791" name="Google Shape;791;p40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5" name="Google Shape;795;p40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796" name="Google Shape;796;p40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9" name="Google Shape;799;p40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800" name="Google Shape;800;p40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5" name="Google Shape;805;p40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806" name="Google Shape;806;p40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9" name="Google Shape;809;p40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810" name="Google Shape;810;p40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40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815" name="Google Shape;815;p40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40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821" name="Google Shape;821;p40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40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7" name="Google Shape;827;p40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828" name="Google Shape;828;p40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0" name="Google Shape;830;p40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831" name="Google Shape;831;p40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4" name="Google Shape;834;p40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835" name="Google Shape;835;p40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0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1" name="Google Shape;841;p40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842" name="Google Shape;842;p40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7" name="Google Shape;847;p40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848" name="Google Shape;848;p40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0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40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1" name="Google Shape;851;p40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852" name="Google Shape;852;p40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53" name="Google Shape;853;p40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0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40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40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40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40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40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40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0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40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3" name="Google Shape;863;p40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40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0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0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0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9" name="Google Shape;869;p40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870" name="Google Shape;870;p40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40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0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0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4" name="Google Shape;874;p40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875" name="Google Shape;875;p40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0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40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0" name="Google Shape;880;p40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881" name="Google Shape;881;p40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40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7" name="Google Shape;887;p40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888" name="Google Shape;888;p40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0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0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0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2" name="Google Shape;892;p40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893" name="Google Shape;893;p40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7" name="Google Shape;897;p40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898" name="Google Shape;898;p40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3" name="Google Shape;903;p40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904" name="Google Shape;904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4" name="Google Shape;914;p40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915" name="Google Shape;915;p40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8" name="Google Shape;918;p40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919" name="Google Shape;919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9" name="Google Shape;929;p40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930" name="Google Shape;930;p40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4" name="Google Shape;934;p40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935" name="Google Shape;935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5" name="Google Shape;945;p40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946" name="Google Shape;946;p40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0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3" name="Google Shape;953;p40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954" name="Google Shape;954;p40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0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0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8" name="Google Shape;958;p40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959" name="Google Shape;959;p40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3" name="Google Shape;963;p40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964" name="Google Shape;964;p40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0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0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0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0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9" name="Google Shape;969;p40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970" name="Google Shape;970;p40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6" name="Google Shape;976;p40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977" name="Google Shape;977;p40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0" name="Google Shape;980;p40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981" name="Google Shape;981;p40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6" name="Google Shape;986;p40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987" name="Google Shape;987;p40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3" name="Google Shape;993;p40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994" name="Google Shape;994;p40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7" name="Google Shape;997;p40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998" name="Google Shape;998;p40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40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003" name="Google Shape;1003;p40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9" name="Google Shape;1009;p40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010" name="Google Shape;1010;p40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7" name="Google Shape;1017;p40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018" name="Google Shape;1018;p40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2" name="Google Shape;1022;p40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023" name="Google Shape;1023;p40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6" name="Google Shape;1026;p40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027" name="Google Shape;1027;p40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0" name="Google Shape;1030;p40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031" name="Google Shape;1031;p40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0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5" name="Google Shape;1035;p40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036" name="Google Shape;1036;p40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0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0" name="Google Shape;1040;p40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041" name="Google Shape;1041;p40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0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0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6" name="Google Shape;1046;p40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047" name="Google Shape;1047;p40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0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0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0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0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0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3" name="Google Shape;1053;p40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054" name="Google Shape;1054;p40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1" name="Google Shape;1061;p40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062" name="Google Shape;1062;p40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0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0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0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0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0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0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0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4" name="Google Shape;1074;p40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075" name="Google Shape;1075;p40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0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0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0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9" name="Google Shape;1079;p40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080" name="Google Shape;1080;p40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40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0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3" name="Google Shape;1083;p40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084" name="Google Shape;1084;p40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40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0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0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0" name="Google Shape;1090;p40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091" name="Google Shape;1091;p40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0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0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0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0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0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0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0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9" name="Google Shape;1099;p40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100" name="Google Shape;1100;p40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0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0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0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0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0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0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0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0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0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2" name="Google Shape;1112;p40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113" name="Google Shape;1113;p40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40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0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0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0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5" name="Google Shape;1125;p40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126" name="Google Shape;1126;p40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8" name="Google Shape;1138;p40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139" name="Google Shape;1139;p40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5" name="Google Shape;1145;p40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146" name="Google Shape;1146;p40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40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40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1" name="Google Shape;1161;p40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162" name="Google Shape;1162;p40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7" name="Google Shape;1167;p40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168" name="Google Shape;1168;p40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169" name="Google Shape;1169;p40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40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40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2" name="Google Shape;1172;p40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173" name="Google Shape;1173;p40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40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40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6" name="Google Shape;1176;p40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177" name="Google Shape;1177;p40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40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40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0" name="Google Shape;1180;p40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181" name="Google Shape;1181;p40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40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40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4" name="Google Shape;1184;p40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185" name="Google Shape;1185;p40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40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0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3" name="Google Shape;1193;p40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194" name="Google Shape;1194;p40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40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40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0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40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0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40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40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0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40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0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0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0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0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8" name="Google Shape;1218;p40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219" name="Google Shape;1219;p40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220" name="Google Shape;1220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2" name="Google Shape;1222;p40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223" name="Google Shape;1223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5" name="Google Shape;1225;p40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226" name="Google Shape;1226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8" name="Google Shape;1228;p40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229" name="Google Shape;1229;p40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41"/>
          <p:cNvSpPr txBox="1"/>
          <p:nvPr/>
        </p:nvSpPr>
        <p:spPr>
          <a:xfrm>
            <a:off x="2392450" y="990475"/>
            <a:ext cx="62871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you can use any emoji as an icon!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of course it resizes without losing quality and you can change the color.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How? Follow Google instructions </a:t>
            </a: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https://twitter.com/googledocs/status/730087240156643328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5" name="Google Shape;1235;p41"/>
          <p:cNvSpPr txBox="1"/>
          <p:nvPr/>
        </p:nvSpPr>
        <p:spPr>
          <a:xfrm>
            <a:off x="1036700" y="2450450"/>
            <a:ext cx="76428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22222"/>
                </a:solidFill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accen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and many more...</a:t>
            </a:r>
            <a:endParaRPr sz="2400">
              <a:solidFill>
                <a:schemeClr val="accen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41"/>
          <p:cNvSpPr txBox="1"/>
          <p:nvPr/>
        </p:nvSpPr>
        <p:spPr>
          <a:xfrm>
            <a:off x="877575" y="9326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F8700"/>
                </a:solidFill>
              </a:rPr>
              <a:t>😉</a:t>
            </a:r>
            <a:endParaRPr sz="9600">
              <a:solidFill>
                <a:srgbClr val="FF8700"/>
              </a:solidFill>
            </a:endParaRPr>
          </a:p>
        </p:txBody>
      </p:sp>
      <p:sp>
        <p:nvSpPr>
          <p:cNvPr id="1237" name="Google Shape;1237;p41"/>
          <p:cNvSpPr txBox="1"/>
          <p:nvPr>
            <p:ph idx="12" type="sldNum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42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4" name="Google Shape;1244;p42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245" name="Google Shape;1245;p42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246" name="Google Shape;1246;p42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47" name="Google Shape;1247;p42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48" name="Google Shape;1248;p42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249" name="Google Shape;1249;p42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0" name="Google Shape;1250;p42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51" name="Google Shape;1251;p42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252" name="Google Shape;1252;p42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3" name="Google Shape;1253;p42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54" name="Google Shape;1254;p42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255" name="Google Shape;1255;p42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6" name="Google Shape;1256;p42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illiam template">
  <a:themeElements>
    <a:clrScheme name="Custom 347">
      <a:dk1>
        <a:srgbClr val="222222"/>
      </a:dk1>
      <a:lt1>
        <a:srgbClr val="FFFFFF"/>
      </a:lt1>
      <a:dk2>
        <a:srgbClr val="666666"/>
      </a:dk2>
      <a:lt2>
        <a:srgbClr val="F3F3F3"/>
      </a:lt2>
      <a:accent1>
        <a:srgbClr val="FF8700"/>
      </a:accent1>
      <a:accent2>
        <a:srgbClr val="FFB840"/>
      </a:accent2>
      <a:accent3>
        <a:srgbClr val="333333"/>
      </a:accent3>
      <a:accent4>
        <a:srgbClr val="9B9796"/>
      </a:accent4>
      <a:accent5>
        <a:srgbClr val="C9C3BD"/>
      </a:accent5>
      <a:accent6>
        <a:srgbClr val="96C94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