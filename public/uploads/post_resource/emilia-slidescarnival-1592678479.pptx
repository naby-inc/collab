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Merriweather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CB41E2C8-2CCD-4AC6-86E8-38B58063F16F}">
  <a:tblStyle styleId="{CB41E2C8-2CCD-4AC6-86E8-38B58063F1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.fntdata"/><Relationship Id="rId20" Type="http://schemas.openxmlformats.org/officeDocument/2006/relationships/slide" Target="slides/slide15.xml"/><Relationship Id="rId42" Type="http://schemas.openxmlformats.org/officeDocument/2006/relationships/font" Target="fonts/Merriweather-boldItalic.fntdata"/><Relationship Id="rId41" Type="http://schemas.openxmlformats.org/officeDocument/2006/relationships/font" Target="fonts/Merriweather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f391192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f391192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f391192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f391192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f391192_0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f391192_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ed75ccf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ed75ccf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ed75ccf_0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ed75ccf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ed75ccf_0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ed75ccf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ed75ccf_0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5ed75ccf_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ed75ccf_0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ed75ccf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ed75ccf_0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ed75ccf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ed75ccf_0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ed75ccf_0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ed75ccf_0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ed75ccf_0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694cd56_04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694cd56_0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8509301c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8509301c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134fb1cf8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134fb1c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61de4ae0fb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61de4ae0f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3044100" cy="51435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44100" y="0"/>
            <a:ext cx="6099900" cy="5143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679325" y="2753850"/>
            <a:ext cx="49038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3" name="Google Shape;13;p2"/>
          <p:cNvCxnSpPr/>
          <p:nvPr/>
        </p:nvCxnSpPr>
        <p:spPr>
          <a:xfrm>
            <a:off x="3815840" y="4083900"/>
            <a:ext cx="6957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/>
          <p:nvPr/>
        </p:nvSpPr>
        <p:spPr>
          <a:xfrm>
            <a:off x="1747200" y="2787000"/>
            <a:ext cx="1296900" cy="129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5020500" y="2251075"/>
            <a:ext cx="3675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5020500" y="3602050"/>
            <a:ext cx="36750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400"/>
              <a:buNone/>
              <a:defRPr sz="1400">
                <a:solidFill>
                  <a:srgbClr val="FFA800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0" y="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</a:defRPr>
            </a:lvl1pPr>
            <a:lvl2pPr lvl="1" rtl="0" algn="ctr">
              <a:buNone/>
              <a:defRPr>
                <a:solidFill>
                  <a:srgbClr val="FFFFFF"/>
                </a:solidFill>
              </a:defRPr>
            </a:lvl2pPr>
            <a:lvl3pPr lvl="2" rtl="0" algn="ctr">
              <a:buNone/>
              <a:defRPr>
                <a:solidFill>
                  <a:srgbClr val="FFFFFF"/>
                </a:solidFill>
              </a:defRPr>
            </a:lvl3pPr>
            <a:lvl4pPr lvl="3" rtl="0" algn="ctr">
              <a:buNone/>
              <a:defRPr>
                <a:solidFill>
                  <a:srgbClr val="FFFFFF"/>
                </a:solidFill>
              </a:defRPr>
            </a:lvl4pPr>
            <a:lvl5pPr lvl="4" rtl="0" algn="ctr">
              <a:buNone/>
              <a:defRPr>
                <a:solidFill>
                  <a:srgbClr val="FFFFFF"/>
                </a:solidFill>
              </a:defRPr>
            </a:lvl5pPr>
            <a:lvl6pPr lvl="5" rtl="0" algn="ctr">
              <a:buNone/>
              <a:defRPr>
                <a:solidFill>
                  <a:srgbClr val="FFFFFF"/>
                </a:solidFill>
              </a:defRPr>
            </a:lvl6pPr>
            <a:lvl7pPr lvl="6" rtl="0" algn="ctr">
              <a:buNone/>
              <a:defRPr>
                <a:solidFill>
                  <a:srgbClr val="FFFFFF"/>
                </a:solidFill>
              </a:defRPr>
            </a:lvl7pPr>
            <a:lvl8pPr lvl="7" rtl="0" algn="ctr">
              <a:buNone/>
              <a:defRPr>
                <a:solidFill>
                  <a:srgbClr val="FFFFFF"/>
                </a:solidFill>
              </a:defRPr>
            </a:lvl8pPr>
            <a:lvl9pPr lvl="8" rtl="0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5136765" y="3486150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FFA8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100" y="-5800"/>
            <a:ext cx="9144000" cy="5149500"/>
          </a:xfrm>
          <a:prstGeom prst="rect">
            <a:avLst/>
          </a:prstGeom>
          <a:solidFill>
            <a:srgbClr val="325680">
              <a:alpha val="86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0" y="-5925"/>
            <a:ext cx="9144000" cy="5149500"/>
          </a:xfrm>
          <a:prstGeom prst="frame">
            <a:avLst>
              <a:gd fmla="val 5041" name="adj1"/>
            </a:avLst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4303650" y="0"/>
            <a:ext cx="536700" cy="88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/>
        </p:nvSpPr>
        <p:spPr>
          <a:xfrm>
            <a:off x="3593400" y="208667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294667"/>
                </a:solidFill>
              </a:rPr>
              <a:t>“</a:t>
            </a:r>
            <a:endParaRPr b="1" sz="6000">
              <a:solidFill>
                <a:srgbClr val="294667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303650" y="4607000"/>
            <a:ext cx="536700" cy="5367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616475" y="1393325"/>
            <a:ext cx="5911200" cy="30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ctr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b="1" sz="3000">
                <a:solidFill>
                  <a:srgbClr val="FFFFFF"/>
                </a:solidFill>
              </a:defRPr>
            </a:lvl1pPr>
            <a:lvl2pPr indent="-4191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▪"/>
              <a:defRPr b="1" sz="3000">
                <a:solidFill>
                  <a:srgbClr val="FFFFFF"/>
                </a:solidFill>
              </a:defRPr>
            </a:lvl2pPr>
            <a:lvl3pPr indent="-4191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b="1" sz="3000">
                <a:solidFill>
                  <a:srgbClr val="FFFFFF"/>
                </a:solidFill>
              </a:defRPr>
            </a:lvl3pPr>
            <a:lvl4pPr indent="-4191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▪"/>
              <a:defRPr b="1" sz="3000">
                <a:solidFill>
                  <a:srgbClr val="FFFFFF"/>
                </a:solidFill>
              </a:defRPr>
            </a:lvl4pPr>
            <a:lvl5pPr indent="-4191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b="1" sz="3000">
                <a:solidFill>
                  <a:srgbClr val="FFFFFF"/>
                </a:solidFill>
              </a:defRPr>
            </a:lvl5pPr>
            <a:lvl6pPr indent="-4191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▪"/>
              <a:defRPr b="1" sz="3000">
                <a:solidFill>
                  <a:srgbClr val="FFFFFF"/>
                </a:solidFill>
              </a:defRPr>
            </a:lvl6pPr>
            <a:lvl7pPr indent="-4191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b="1" sz="3000">
                <a:solidFill>
                  <a:srgbClr val="FFFFFF"/>
                </a:solidFill>
              </a:defRPr>
            </a:lvl7pPr>
            <a:lvl8pPr indent="-4191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▪"/>
              <a:defRPr b="1" sz="3000">
                <a:solidFill>
                  <a:srgbClr val="FFFFFF"/>
                </a:solidFill>
              </a:defRPr>
            </a:lvl8pPr>
            <a:lvl9pPr indent="-4191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Char char="▫"/>
              <a:defRPr b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265275" y="4607475"/>
            <a:ext cx="86169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rgbClr val="FFFFFF"/>
                </a:solidFill>
              </a:defRPr>
            </a:lvl1pPr>
            <a:lvl2pPr lvl="1" algn="ctr">
              <a:buNone/>
              <a:defRPr>
                <a:solidFill>
                  <a:srgbClr val="FFFFFF"/>
                </a:solidFill>
              </a:defRPr>
            </a:lvl2pPr>
            <a:lvl3pPr lvl="2" algn="ctr">
              <a:buNone/>
              <a:defRPr>
                <a:solidFill>
                  <a:srgbClr val="FFFFFF"/>
                </a:solidFill>
              </a:defRPr>
            </a:lvl3pPr>
            <a:lvl4pPr lvl="3" algn="ctr">
              <a:buNone/>
              <a:defRPr>
                <a:solidFill>
                  <a:srgbClr val="FFFFFF"/>
                </a:solidFill>
              </a:defRPr>
            </a:lvl4pPr>
            <a:lvl5pPr lvl="4" algn="ctr">
              <a:buNone/>
              <a:defRPr>
                <a:solidFill>
                  <a:srgbClr val="FFFFFF"/>
                </a:solidFill>
              </a:defRPr>
            </a:lvl5pPr>
            <a:lvl6pPr lvl="5" algn="ctr">
              <a:buNone/>
              <a:defRPr>
                <a:solidFill>
                  <a:srgbClr val="FFFFFF"/>
                </a:solidFill>
              </a:defRPr>
            </a:lvl6pPr>
            <a:lvl7pPr lvl="6" algn="ctr">
              <a:buNone/>
              <a:defRPr>
                <a:solidFill>
                  <a:srgbClr val="FFFFFF"/>
                </a:solidFill>
              </a:defRPr>
            </a:lvl7pPr>
            <a:lvl8pPr lvl="7" algn="ctr">
              <a:buNone/>
              <a:defRPr>
                <a:solidFill>
                  <a:srgbClr val="FFFFFF"/>
                </a:solidFill>
              </a:defRPr>
            </a:lvl8pPr>
            <a:lvl9pPr lvl="8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alf - Text right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4994225" y="693650"/>
            <a:ext cx="36924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994225" y="1585101"/>
            <a:ext cx="3692400" cy="3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C200"/>
              </a:buClr>
              <a:buSzPts val="1800"/>
              <a:buChar char="▫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C200"/>
              </a:buClr>
              <a:buSzPts val="1800"/>
              <a:buChar char="▪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▫"/>
              <a:defRPr/>
            </a:lvl9pPr>
          </a:lstStyle>
          <a:p/>
        </p:txBody>
      </p:sp>
      <p:cxnSp>
        <p:nvCxnSpPr>
          <p:cNvPr id="36" name="Google Shape;36;p5"/>
          <p:cNvCxnSpPr/>
          <p:nvPr/>
        </p:nvCxnSpPr>
        <p:spPr>
          <a:xfrm>
            <a:off x="5102787" y="1519975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29466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5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rgbClr val="FFFFFF"/>
                </a:solidFill>
              </a:defRPr>
            </a:lvl1pPr>
            <a:lvl2pPr lvl="1" algn="ctr">
              <a:buNone/>
              <a:defRPr>
                <a:solidFill>
                  <a:srgbClr val="FFFFFF"/>
                </a:solidFill>
              </a:defRPr>
            </a:lvl2pPr>
            <a:lvl3pPr lvl="2" algn="ctr">
              <a:buNone/>
              <a:defRPr>
                <a:solidFill>
                  <a:srgbClr val="FFFFFF"/>
                </a:solidFill>
              </a:defRPr>
            </a:lvl3pPr>
            <a:lvl4pPr lvl="3" algn="ctr">
              <a:buNone/>
              <a:defRPr>
                <a:solidFill>
                  <a:srgbClr val="FFFFFF"/>
                </a:solidFill>
              </a:defRPr>
            </a:lvl4pPr>
            <a:lvl5pPr lvl="4" algn="ctr">
              <a:buNone/>
              <a:defRPr>
                <a:solidFill>
                  <a:srgbClr val="FFFFFF"/>
                </a:solidFill>
              </a:defRPr>
            </a:lvl5pPr>
            <a:lvl6pPr lvl="5" algn="ctr">
              <a:buNone/>
              <a:defRPr>
                <a:solidFill>
                  <a:srgbClr val="FFFFFF"/>
                </a:solidFill>
              </a:defRPr>
            </a:lvl6pPr>
            <a:lvl7pPr lvl="6" algn="ctr">
              <a:buNone/>
              <a:defRPr>
                <a:solidFill>
                  <a:srgbClr val="FFFFFF"/>
                </a:solidFill>
              </a:defRPr>
            </a:lvl7pPr>
            <a:lvl8pPr lvl="7" algn="ctr">
              <a:buNone/>
              <a:defRPr>
                <a:solidFill>
                  <a:srgbClr val="FFFFFF"/>
                </a:solidFill>
              </a:defRPr>
            </a:lvl8pPr>
            <a:lvl9pPr lvl="8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alf - Text left">
  <p:cSld name="TITLE_AND_BODY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25680">
              <a:alpha val="86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433768" y="693650"/>
            <a:ext cx="36924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33768" y="1585101"/>
            <a:ext cx="3692400" cy="3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▫"/>
              <a:defRPr>
                <a:solidFill>
                  <a:srgbClr val="FFFFFF"/>
                </a:solidFill>
              </a:defRPr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▪"/>
              <a:defRPr>
                <a:solidFill>
                  <a:srgbClr val="FFFFFF"/>
                </a:solidFill>
              </a:defRPr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▫"/>
              <a:defRPr>
                <a:solidFill>
                  <a:srgbClr val="FFFFFF"/>
                </a:solidFill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▪"/>
              <a:defRPr>
                <a:solidFill>
                  <a:srgbClr val="FFFFFF"/>
                </a:solidFill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▫"/>
              <a:defRPr>
                <a:solidFill>
                  <a:srgbClr val="FFFFFF"/>
                </a:solidFill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▪"/>
              <a:defRPr>
                <a:solidFill>
                  <a:srgbClr val="FFFFFF"/>
                </a:solidFill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▫"/>
              <a:defRPr>
                <a:solidFill>
                  <a:srgbClr val="FFFFFF"/>
                </a:solidFill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▪"/>
              <a:defRPr>
                <a:solidFill>
                  <a:srgbClr val="FFFFFF"/>
                </a:solidFill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▫"/>
              <a:defRPr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44" name="Google Shape;44;p6"/>
          <p:cNvCxnSpPr/>
          <p:nvPr/>
        </p:nvCxnSpPr>
        <p:spPr>
          <a:xfrm>
            <a:off x="542330" y="1519975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29466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6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294667"/>
                </a:solidFill>
              </a:defRPr>
            </a:lvl1pPr>
            <a:lvl2pPr lvl="1" rtl="0" algn="ctr">
              <a:buNone/>
              <a:defRPr>
                <a:solidFill>
                  <a:srgbClr val="294667"/>
                </a:solidFill>
              </a:defRPr>
            </a:lvl2pPr>
            <a:lvl3pPr lvl="2" rtl="0" algn="ctr">
              <a:buNone/>
              <a:defRPr>
                <a:solidFill>
                  <a:srgbClr val="294667"/>
                </a:solidFill>
              </a:defRPr>
            </a:lvl3pPr>
            <a:lvl4pPr lvl="3" rtl="0" algn="ctr">
              <a:buNone/>
              <a:defRPr>
                <a:solidFill>
                  <a:srgbClr val="294667"/>
                </a:solidFill>
              </a:defRPr>
            </a:lvl4pPr>
            <a:lvl5pPr lvl="4" rtl="0" algn="ctr">
              <a:buNone/>
              <a:defRPr>
                <a:solidFill>
                  <a:srgbClr val="294667"/>
                </a:solidFill>
              </a:defRPr>
            </a:lvl5pPr>
            <a:lvl6pPr lvl="5" rtl="0" algn="ctr">
              <a:buNone/>
              <a:defRPr>
                <a:solidFill>
                  <a:srgbClr val="294667"/>
                </a:solidFill>
              </a:defRPr>
            </a:lvl6pPr>
            <a:lvl7pPr lvl="6" rtl="0" algn="ctr">
              <a:buNone/>
              <a:defRPr>
                <a:solidFill>
                  <a:srgbClr val="294667"/>
                </a:solidFill>
              </a:defRPr>
            </a:lvl7pPr>
            <a:lvl8pPr lvl="7" rtl="0" algn="ctr">
              <a:buNone/>
              <a:defRPr>
                <a:solidFill>
                  <a:srgbClr val="294667"/>
                </a:solidFill>
              </a:defRPr>
            </a:lvl8pPr>
            <a:lvl9pPr lvl="8" rtl="0" algn="ctr">
              <a:buNone/>
              <a:defRPr>
                <a:solidFill>
                  <a:srgbClr val="294667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ird - 2 columns right" type="twoColTx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3044100" cy="5143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3043975" y="0"/>
            <a:ext cx="60999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468200" y="796375"/>
            <a:ext cx="52188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467825" y="1614875"/>
            <a:ext cx="25329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▫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9pPr>
          </a:lstStyle>
          <a:p/>
        </p:txBody>
      </p:sp>
      <p:sp>
        <p:nvSpPr>
          <p:cNvPr id="53" name="Google Shape;53;p7"/>
          <p:cNvSpPr txBox="1"/>
          <p:nvPr>
            <p:ph idx="2" type="body"/>
          </p:nvPr>
        </p:nvSpPr>
        <p:spPr>
          <a:xfrm>
            <a:off x="6153578" y="1614875"/>
            <a:ext cx="25329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00"/>
              </a:spcBef>
              <a:spcAft>
                <a:spcPts val="0"/>
              </a:spcAft>
              <a:buSzPts val="1400"/>
              <a:buChar char="▫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▫"/>
              <a:defRPr sz="1400"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rgbClr val="FFFFFF"/>
                </a:solidFill>
              </a:defRPr>
            </a:lvl1pPr>
            <a:lvl2pPr lvl="1" algn="ctr">
              <a:buNone/>
              <a:defRPr>
                <a:solidFill>
                  <a:srgbClr val="FFFFFF"/>
                </a:solidFill>
              </a:defRPr>
            </a:lvl2pPr>
            <a:lvl3pPr lvl="2" algn="ctr">
              <a:buNone/>
              <a:defRPr>
                <a:solidFill>
                  <a:srgbClr val="FFFFFF"/>
                </a:solidFill>
              </a:defRPr>
            </a:lvl3pPr>
            <a:lvl4pPr lvl="3" algn="ctr">
              <a:buNone/>
              <a:defRPr>
                <a:solidFill>
                  <a:srgbClr val="FFFFFF"/>
                </a:solidFill>
              </a:defRPr>
            </a:lvl4pPr>
            <a:lvl5pPr lvl="4" algn="ctr">
              <a:buNone/>
              <a:defRPr>
                <a:solidFill>
                  <a:srgbClr val="FFFFFF"/>
                </a:solidFill>
              </a:defRPr>
            </a:lvl5pPr>
            <a:lvl6pPr lvl="5" algn="ctr">
              <a:buNone/>
              <a:defRPr>
                <a:solidFill>
                  <a:srgbClr val="FFFFFF"/>
                </a:solidFill>
              </a:defRPr>
            </a:lvl6pPr>
            <a:lvl7pPr lvl="6" algn="ctr">
              <a:buNone/>
              <a:defRPr>
                <a:solidFill>
                  <a:srgbClr val="FFFFFF"/>
                </a:solidFill>
              </a:defRPr>
            </a:lvl7pPr>
            <a:lvl8pPr lvl="7" algn="ctr">
              <a:buNone/>
              <a:defRPr>
                <a:solidFill>
                  <a:srgbClr val="FFFFFF"/>
                </a:solidFill>
              </a:defRPr>
            </a:lvl8pPr>
            <a:lvl9pPr lvl="8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5" name="Google Shape;55;p7"/>
          <p:cNvCxnSpPr/>
          <p:nvPr/>
        </p:nvCxnSpPr>
        <p:spPr>
          <a:xfrm>
            <a:off x="3578787" y="1519975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29466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ird - 2 columns left">
  <p:cSld name="TITLE_AND_TWO_COLUMNS_2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 flipH="1">
            <a:off x="6099775" y="0"/>
            <a:ext cx="3044100" cy="5143500"/>
          </a:xfrm>
          <a:prstGeom prst="rect">
            <a:avLst/>
          </a:prstGeom>
          <a:solidFill>
            <a:srgbClr val="325680">
              <a:alpha val="86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/>
          <p:nvPr/>
        </p:nvSpPr>
        <p:spPr>
          <a:xfrm flipH="1">
            <a:off x="0" y="0"/>
            <a:ext cx="6099900" cy="5143500"/>
          </a:xfrm>
          <a:prstGeom prst="rect">
            <a:avLst/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type="title"/>
          </p:nvPr>
        </p:nvSpPr>
        <p:spPr>
          <a:xfrm>
            <a:off x="434706" y="796375"/>
            <a:ext cx="52188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434331" y="1614875"/>
            <a:ext cx="25329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2" type="body"/>
          </p:nvPr>
        </p:nvSpPr>
        <p:spPr>
          <a:xfrm>
            <a:off x="3120084" y="1614875"/>
            <a:ext cx="25329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▪"/>
              <a:defRPr sz="1400">
                <a:solidFill>
                  <a:srgbClr val="FFFFFF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▫"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294667"/>
                </a:solidFill>
              </a:defRPr>
            </a:lvl1pPr>
            <a:lvl2pPr lvl="1" rtl="0" algn="ctr">
              <a:buNone/>
              <a:defRPr>
                <a:solidFill>
                  <a:srgbClr val="294667"/>
                </a:solidFill>
              </a:defRPr>
            </a:lvl2pPr>
            <a:lvl3pPr lvl="2" rtl="0" algn="ctr">
              <a:buNone/>
              <a:defRPr>
                <a:solidFill>
                  <a:srgbClr val="294667"/>
                </a:solidFill>
              </a:defRPr>
            </a:lvl3pPr>
            <a:lvl4pPr lvl="3" rtl="0" algn="ctr">
              <a:buNone/>
              <a:defRPr>
                <a:solidFill>
                  <a:srgbClr val="294667"/>
                </a:solidFill>
              </a:defRPr>
            </a:lvl4pPr>
            <a:lvl5pPr lvl="4" rtl="0" algn="ctr">
              <a:buNone/>
              <a:defRPr>
                <a:solidFill>
                  <a:srgbClr val="294667"/>
                </a:solidFill>
              </a:defRPr>
            </a:lvl5pPr>
            <a:lvl6pPr lvl="5" rtl="0" algn="ctr">
              <a:buNone/>
              <a:defRPr>
                <a:solidFill>
                  <a:srgbClr val="294667"/>
                </a:solidFill>
              </a:defRPr>
            </a:lvl6pPr>
            <a:lvl7pPr lvl="6" rtl="0" algn="ctr">
              <a:buNone/>
              <a:defRPr>
                <a:solidFill>
                  <a:srgbClr val="294667"/>
                </a:solidFill>
              </a:defRPr>
            </a:lvl7pPr>
            <a:lvl8pPr lvl="7" rtl="0" algn="ctr">
              <a:buNone/>
              <a:defRPr>
                <a:solidFill>
                  <a:srgbClr val="294667"/>
                </a:solidFill>
              </a:defRPr>
            </a:lvl8pPr>
            <a:lvl9pPr lvl="8" rtl="0" algn="ctr">
              <a:buNone/>
              <a:defRPr>
                <a:solidFill>
                  <a:srgbClr val="294667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545293" y="1519975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29466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 (white)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3044100" cy="5143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3043975" y="0"/>
            <a:ext cx="60999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9"/>
          <p:cNvCxnSpPr/>
          <p:nvPr/>
        </p:nvCxnSpPr>
        <p:spPr>
          <a:xfrm>
            <a:off x="534892" y="1796050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29466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9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rgbClr val="FFFFFF"/>
                </a:solidFill>
              </a:defRPr>
            </a:lvl1pPr>
            <a:lvl2pPr lvl="1" algn="ctr">
              <a:buNone/>
              <a:defRPr>
                <a:solidFill>
                  <a:srgbClr val="FFFFFF"/>
                </a:solidFill>
              </a:defRPr>
            </a:lvl2pPr>
            <a:lvl3pPr lvl="2" algn="ctr">
              <a:buNone/>
              <a:defRPr>
                <a:solidFill>
                  <a:srgbClr val="FFFFFF"/>
                </a:solidFill>
              </a:defRPr>
            </a:lvl3pPr>
            <a:lvl4pPr lvl="3" algn="ctr">
              <a:buNone/>
              <a:defRPr>
                <a:solidFill>
                  <a:srgbClr val="FFFFFF"/>
                </a:solidFill>
              </a:defRPr>
            </a:lvl4pPr>
            <a:lvl5pPr lvl="4" algn="ctr">
              <a:buNone/>
              <a:defRPr>
                <a:solidFill>
                  <a:srgbClr val="FFFFFF"/>
                </a:solidFill>
              </a:defRPr>
            </a:lvl5pPr>
            <a:lvl6pPr lvl="5" algn="ctr">
              <a:buNone/>
              <a:defRPr>
                <a:solidFill>
                  <a:srgbClr val="FFFFFF"/>
                </a:solidFill>
              </a:defRPr>
            </a:lvl6pPr>
            <a:lvl7pPr lvl="6" algn="ctr">
              <a:buNone/>
              <a:defRPr>
                <a:solidFill>
                  <a:srgbClr val="FFFFFF"/>
                </a:solidFill>
              </a:defRPr>
            </a:lvl7pPr>
            <a:lvl8pPr lvl="7" algn="ctr">
              <a:buNone/>
              <a:defRPr>
                <a:solidFill>
                  <a:srgbClr val="FFFFFF"/>
                </a:solidFill>
              </a:defRPr>
            </a:lvl8pPr>
            <a:lvl9pPr lvl="8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 1">
  <p:cSld name="TITLE_ONL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0" y="0"/>
            <a:ext cx="30441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3043975" y="0"/>
            <a:ext cx="6099900" cy="5143500"/>
          </a:xfrm>
          <a:prstGeom prst="rect">
            <a:avLst/>
          </a:prstGeom>
          <a:solidFill>
            <a:srgbClr val="325680">
              <a:alpha val="86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534892" y="1796050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FFA8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0"/>
          <p:cNvSpPr/>
          <p:nvPr/>
        </p:nvSpPr>
        <p:spPr>
          <a:xfrm>
            <a:off x="0" y="0"/>
            <a:ext cx="536700" cy="536700"/>
          </a:xfrm>
          <a:prstGeom prst="rect">
            <a:avLst/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</a:defRPr>
            </a:lvl1pPr>
            <a:lvl2pPr lvl="1" rtl="0" algn="ctr">
              <a:buNone/>
              <a:defRPr>
                <a:solidFill>
                  <a:srgbClr val="FFFFFF"/>
                </a:solidFill>
              </a:defRPr>
            </a:lvl2pPr>
            <a:lvl3pPr lvl="2" rtl="0" algn="ctr">
              <a:buNone/>
              <a:defRPr>
                <a:solidFill>
                  <a:srgbClr val="FFFFFF"/>
                </a:solidFill>
              </a:defRPr>
            </a:lvl3pPr>
            <a:lvl4pPr lvl="3" rtl="0" algn="ctr">
              <a:buNone/>
              <a:defRPr>
                <a:solidFill>
                  <a:srgbClr val="FFFFFF"/>
                </a:solidFill>
              </a:defRPr>
            </a:lvl4pPr>
            <a:lvl5pPr lvl="4" rtl="0" algn="ctr">
              <a:buNone/>
              <a:defRPr>
                <a:solidFill>
                  <a:srgbClr val="FFFFFF"/>
                </a:solidFill>
              </a:defRPr>
            </a:lvl5pPr>
            <a:lvl6pPr lvl="5" rtl="0" algn="ctr">
              <a:buNone/>
              <a:defRPr>
                <a:solidFill>
                  <a:srgbClr val="FFFFFF"/>
                </a:solidFill>
              </a:defRPr>
            </a:lvl6pPr>
            <a:lvl7pPr lvl="6" rtl="0" algn="ctr">
              <a:buNone/>
              <a:defRPr>
                <a:solidFill>
                  <a:srgbClr val="FFFFFF"/>
                </a:solidFill>
              </a:defRPr>
            </a:lvl7pPr>
            <a:lvl8pPr lvl="7" rtl="0" algn="ctr">
              <a:buNone/>
              <a:defRPr>
                <a:solidFill>
                  <a:srgbClr val="FFFFFF"/>
                </a:solidFill>
              </a:defRPr>
            </a:lvl8pPr>
            <a:lvl9pPr lvl="8" rtl="0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100" y="-5800"/>
            <a:ext cx="9144000" cy="5149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0" y="-5925"/>
            <a:ext cx="9144000" cy="5149500"/>
          </a:xfrm>
          <a:prstGeom prst="frame">
            <a:avLst>
              <a:gd fmla="val 5041" name="adj1"/>
            </a:avLst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4303650" y="4607000"/>
            <a:ext cx="536700" cy="53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457200" y="41015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294667"/>
              </a:buClr>
              <a:buSzPts val="1200"/>
              <a:buNone/>
              <a:defRPr b="1" sz="1200">
                <a:solidFill>
                  <a:srgbClr val="294667"/>
                </a:solidFill>
              </a:defRPr>
            </a:lvl1pPr>
          </a:lstStyle>
          <a:p/>
        </p:txBody>
      </p:sp>
      <p:sp>
        <p:nvSpPr>
          <p:cNvPr id="84" name="Google Shape;84;p11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rgbClr val="294667"/>
                </a:solidFill>
              </a:defRPr>
            </a:lvl1pPr>
            <a:lvl2pPr lvl="1" algn="ctr">
              <a:buNone/>
              <a:defRPr>
                <a:solidFill>
                  <a:srgbClr val="294667"/>
                </a:solidFill>
              </a:defRPr>
            </a:lvl2pPr>
            <a:lvl3pPr lvl="2" algn="ctr">
              <a:buNone/>
              <a:defRPr>
                <a:solidFill>
                  <a:srgbClr val="294667"/>
                </a:solidFill>
              </a:defRPr>
            </a:lvl3pPr>
            <a:lvl4pPr lvl="3" algn="ctr">
              <a:buNone/>
              <a:defRPr>
                <a:solidFill>
                  <a:srgbClr val="294667"/>
                </a:solidFill>
              </a:defRPr>
            </a:lvl4pPr>
            <a:lvl5pPr lvl="4" algn="ctr">
              <a:buNone/>
              <a:defRPr>
                <a:solidFill>
                  <a:srgbClr val="294667"/>
                </a:solidFill>
              </a:defRPr>
            </a:lvl5pPr>
            <a:lvl6pPr lvl="5" algn="ctr">
              <a:buNone/>
              <a:defRPr>
                <a:solidFill>
                  <a:srgbClr val="294667"/>
                </a:solidFill>
              </a:defRPr>
            </a:lvl6pPr>
            <a:lvl7pPr lvl="6" algn="ctr">
              <a:buNone/>
              <a:defRPr>
                <a:solidFill>
                  <a:srgbClr val="294667"/>
                </a:solidFill>
              </a:defRPr>
            </a:lvl7pPr>
            <a:lvl8pPr lvl="7" algn="ctr">
              <a:buNone/>
              <a:defRPr>
                <a:solidFill>
                  <a:srgbClr val="294667"/>
                </a:solidFill>
              </a:defRPr>
            </a:lvl8pPr>
            <a:lvl9pPr lvl="8" algn="ctr">
              <a:buNone/>
              <a:defRPr>
                <a:solidFill>
                  <a:srgbClr val="294667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(dark)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100" y="-5800"/>
            <a:ext cx="9144000" cy="5149500"/>
          </a:xfrm>
          <a:prstGeom prst="rect">
            <a:avLst/>
          </a:prstGeom>
          <a:solidFill>
            <a:srgbClr val="325680">
              <a:alpha val="86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/>
          <p:nvPr/>
        </p:nvSpPr>
        <p:spPr>
          <a:xfrm>
            <a:off x="0" y="-5925"/>
            <a:ext cx="9144000" cy="5149500"/>
          </a:xfrm>
          <a:prstGeom prst="frame">
            <a:avLst>
              <a:gd fmla="val 5041" name="adj1"/>
            </a:avLst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4303650" y="4607000"/>
            <a:ext cx="536700" cy="53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>
                <a:solidFill>
                  <a:srgbClr val="294667"/>
                </a:solidFill>
              </a:defRPr>
            </a:lvl1pPr>
            <a:lvl2pPr lvl="1" algn="ctr">
              <a:buNone/>
              <a:defRPr>
                <a:solidFill>
                  <a:srgbClr val="294667"/>
                </a:solidFill>
              </a:defRPr>
            </a:lvl2pPr>
            <a:lvl3pPr lvl="2" algn="ctr">
              <a:buNone/>
              <a:defRPr>
                <a:solidFill>
                  <a:srgbClr val="294667"/>
                </a:solidFill>
              </a:defRPr>
            </a:lvl3pPr>
            <a:lvl4pPr lvl="3" algn="ctr">
              <a:buNone/>
              <a:defRPr>
                <a:solidFill>
                  <a:srgbClr val="294667"/>
                </a:solidFill>
              </a:defRPr>
            </a:lvl4pPr>
            <a:lvl5pPr lvl="4" algn="ctr">
              <a:buNone/>
              <a:defRPr>
                <a:solidFill>
                  <a:srgbClr val="294667"/>
                </a:solidFill>
              </a:defRPr>
            </a:lvl5pPr>
            <a:lvl6pPr lvl="5" algn="ctr">
              <a:buNone/>
              <a:defRPr>
                <a:solidFill>
                  <a:srgbClr val="294667"/>
                </a:solidFill>
              </a:defRPr>
            </a:lvl6pPr>
            <a:lvl7pPr lvl="6" algn="ctr">
              <a:buNone/>
              <a:defRPr>
                <a:solidFill>
                  <a:srgbClr val="294667"/>
                </a:solidFill>
              </a:defRPr>
            </a:lvl7pPr>
            <a:lvl8pPr lvl="7" algn="ctr">
              <a:buNone/>
              <a:defRPr>
                <a:solidFill>
                  <a:srgbClr val="294667"/>
                </a:solidFill>
              </a:defRPr>
            </a:lvl8pPr>
            <a:lvl9pPr lvl="8" algn="ctr">
              <a:buNone/>
              <a:defRPr>
                <a:solidFill>
                  <a:srgbClr val="294667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(bright)">
  <p:cSld name="BLANK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/>
        </p:nvSpPr>
        <p:spPr>
          <a:xfrm>
            <a:off x="100" y="-5800"/>
            <a:ext cx="9144000" cy="5149500"/>
          </a:xfrm>
          <a:prstGeom prst="rect">
            <a:avLst/>
          </a:prstGeom>
          <a:solidFill>
            <a:srgbClr val="FFA800">
              <a:alpha val="85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0" y="-5925"/>
            <a:ext cx="9144000" cy="5149500"/>
          </a:xfrm>
          <a:prstGeom prst="frame">
            <a:avLst>
              <a:gd fmla="val 5041" name="adj1"/>
            </a:avLst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4303650" y="4607000"/>
            <a:ext cx="536700" cy="53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294667"/>
                </a:solidFill>
              </a:defRPr>
            </a:lvl1pPr>
            <a:lvl2pPr lvl="1" rtl="0" algn="ctr">
              <a:buNone/>
              <a:defRPr>
                <a:solidFill>
                  <a:srgbClr val="294667"/>
                </a:solidFill>
              </a:defRPr>
            </a:lvl2pPr>
            <a:lvl3pPr lvl="2" rtl="0" algn="ctr">
              <a:buNone/>
              <a:defRPr>
                <a:solidFill>
                  <a:srgbClr val="294667"/>
                </a:solidFill>
              </a:defRPr>
            </a:lvl3pPr>
            <a:lvl4pPr lvl="3" rtl="0" algn="ctr">
              <a:buNone/>
              <a:defRPr>
                <a:solidFill>
                  <a:srgbClr val="294667"/>
                </a:solidFill>
              </a:defRPr>
            </a:lvl4pPr>
            <a:lvl5pPr lvl="4" rtl="0" algn="ctr">
              <a:buNone/>
              <a:defRPr>
                <a:solidFill>
                  <a:srgbClr val="294667"/>
                </a:solidFill>
              </a:defRPr>
            </a:lvl5pPr>
            <a:lvl6pPr lvl="5" rtl="0" algn="ctr">
              <a:buNone/>
              <a:defRPr>
                <a:solidFill>
                  <a:srgbClr val="294667"/>
                </a:solidFill>
              </a:defRPr>
            </a:lvl6pPr>
            <a:lvl7pPr lvl="6" rtl="0" algn="ctr">
              <a:buNone/>
              <a:defRPr>
                <a:solidFill>
                  <a:srgbClr val="294667"/>
                </a:solidFill>
              </a:defRPr>
            </a:lvl7pPr>
            <a:lvl8pPr lvl="7" rtl="0" algn="ctr">
              <a:buNone/>
              <a:defRPr>
                <a:solidFill>
                  <a:srgbClr val="294667"/>
                </a:solidFill>
              </a:defRPr>
            </a:lvl8pPr>
            <a:lvl9pPr lvl="8" rtl="0" algn="ctr">
              <a:buNone/>
              <a:defRPr>
                <a:solidFill>
                  <a:srgbClr val="294667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(white)">
  <p:cSld name="BLANK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-5925"/>
            <a:ext cx="9144000" cy="5149500"/>
          </a:xfrm>
          <a:prstGeom prst="frame">
            <a:avLst>
              <a:gd fmla="val 5041" name="adj1"/>
            </a:avLst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4303650" y="4607000"/>
            <a:ext cx="536700" cy="536700"/>
          </a:xfrm>
          <a:prstGeom prst="rect">
            <a:avLst/>
          </a:prstGeom>
          <a:solidFill>
            <a:srgbClr val="2946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buNone/>
              <a:defRPr>
                <a:solidFill>
                  <a:srgbClr val="FFFFFF"/>
                </a:solidFill>
              </a:defRPr>
            </a:lvl1pPr>
            <a:lvl2pPr lvl="1" rtl="0" algn="ctr">
              <a:buNone/>
              <a:defRPr>
                <a:solidFill>
                  <a:srgbClr val="FFFFFF"/>
                </a:solidFill>
              </a:defRPr>
            </a:lvl2pPr>
            <a:lvl3pPr lvl="2" rtl="0" algn="ctr">
              <a:buNone/>
              <a:defRPr>
                <a:solidFill>
                  <a:srgbClr val="FFFFFF"/>
                </a:solidFill>
              </a:defRPr>
            </a:lvl3pPr>
            <a:lvl4pPr lvl="3" rtl="0" algn="ctr">
              <a:buNone/>
              <a:defRPr>
                <a:solidFill>
                  <a:srgbClr val="FFFFFF"/>
                </a:solidFill>
              </a:defRPr>
            </a:lvl4pPr>
            <a:lvl5pPr lvl="4" rtl="0" algn="ctr">
              <a:buNone/>
              <a:defRPr>
                <a:solidFill>
                  <a:srgbClr val="FFFFFF"/>
                </a:solidFill>
              </a:defRPr>
            </a:lvl5pPr>
            <a:lvl6pPr lvl="5" rtl="0" algn="ctr">
              <a:buNone/>
              <a:defRPr>
                <a:solidFill>
                  <a:srgbClr val="FFFFFF"/>
                </a:solidFill>
              </a:defRPr>
            </a:lvl6pPr>
            <a:lvl7pPr lvl="6" rtl="0" algn="ctr">
              <a:buNone/>
              <a:defRPr>
                <a:solidFill>
                  <a:srgbClr val="FFFFFF"/>
                </a:solidFill>
              </a:defRPr>
            </a:lvl7pPr>
            <a:lvl8pPr lvl="7" rtl="0" algn="ctr">
              <a:buNone/>
              <a:defRPr>
                <a:solidFill>
                  <a:srgbClr val="FFFFFF"/>
                </a:solidFill>
              </a:defRPr>
            </a:lvl8pPr>
            <a:lvl9pPr lvl="8" rtl="0" algn="ctr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94667"/>
              </a:buClr>
              <a:buSzPts val="1400"/>
              <a:buFont typeface="Merriweather"/>
              <a:buNone/>
              <a:defRPr b="1">
                <a:solidFill>
                  <a:srgbClr val="294667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▫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▪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▫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▪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▫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▪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▫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▪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Font typeface="Open Sans"/>
              <a:buChar char="▫"/>
              <a:defRPr sz="18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b="1" sz="13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slide" Target="/ppt/slides/slide25.xml"/><Relationship Id="rId5" Type="http://schemas.openxmlformats.org/officeDocument/2006/relationships/hyperlink" Target="http://www.slidescarnival.com/help-use-presentation-template" TargetMode="External"/><Relationship Id="rId6" Type="http://schemas.openxmlformats.org/officeDocument/2006/relationships/hyperlink" Target="http://www.slidescarnival.com/copyright-and-legal-informatio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hyperlink" Target="http://www.google.com/sheets/about/" TargetMode="External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startupstockphotos.com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fontsquirrel.com/fonts/merriweather" TargetMode="External"/><Relationship Id="rId4" Type="http://schemas.openxmlformats.org/officeDocument/2006/relationships/hyperlink" Target="https://www.fontsquirrel.com/fonts/open-san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twitter.com/googledocs/status/730087240156643328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slidescarnival.com/?utm_source=template" TargetMode="Externa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ctrTitle"/>
          </p:nvPr>
        </p:nvSpPr>
        <p:spPr>
          <a:xfrm>
            <a:off x="3679325" y="2753850"/>
            <a:ext cx="49038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  <p:grpSp>
        <p:nvGrpSpPr>
          <p:cNvPr id="104" name="Google Shape;104;p15"/>
          <p:cNvGrpSpPr/>
          <p:nvPr/>
        </p:nvGrpSpPr>
        <p:grpSpPr>
          <a:xfrm>
            <a:off x="2021833" y="3108456"/>
            <a:ext cx="755766" cy="671484"/>
            <a:chOff x="5292575" y="3681900"/>
            <a:chExt cx="420150" cy="373275"/>
          </a:xfrm>
        </p:grpSpPr>
        <p:sp>
          <p:nvSpPr>
            <p:cNvPr id="105" name="Google Shape;105;p15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9050">
              <a:solidFill>
                <a:srgbClr val="FFA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34706" y="796375"/>
            <a:ext cx="52188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117" name="Google Shape;117;p16"/>
          <p:cNvSpPr txBox="1"/>
          <p:nvPr>
            <p:ph idx="2" type="body"/>
          </p:nvPr>
        </p:nvSpPr>
        <p:spPr>
          <a:xfrm>
            <a:off x="2841775" y="1891950"/>
            <a:ext cx="2811300" cy="28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EDIT IN POWERPOINT®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Click on the button under the presentation preview that says "Download as PowerPoint template". You will get a .pptx file that you can edit in PowerPoint.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Remember to download and install the fonts used in this presentation (you’ll find the links to the font files needed in the </a:t>
            </a:r>
            <a:r>
              <a:rPr lang="en" sz="1100" u="sng">
                <a:hlinkClick action="ppaction://hlinksldjump" r:id="rId4"/>
              </a:rPr>
              <a:t>Presentation design slide</a:t>
            </a:r>
            <a:r>
              <a:rPr lang="en" sz="1100"/>
              <a:t>)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8" name="Google Shape;118;p16"/>
          <p:cNvSpPr txBox="1"/>
          <p:nvPr>
            <p:ph idx="2" type="body"/>
          </p:nvPr>
        </p:nvSpPr>
        <p:spPr>
          <a:xfrm>
            <a:off x="6294350" y="4078825"/>
            <a:ext cx="2713200" cy="45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A800"/>
                </a:solidFill>
              </a:rPr>
              <a:t>More info on how to use this template at </a:t>
            </a:r>
            <a:r>
              <a:rPr b="1" lang="en" sz="600" u="sng">
                <a:solidFill>
                  <a:srgbClr val="FFA800"/>
                </a:solidFill>
                <a:hlinkClick r:id="rId5"/>
              </a:rPr>
              <a:t>www.slidescarnival.com/help-use-presentation-template</a:t>
            </a:r>
            <a:endParaRPr b="1" sz="600">
              <a:solidFill>
                <a:srgbClr val="FFA8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rgbClr val="FFA800"/>
                </a:solidFill>
              </a:rPr>
              <a:t>This template is free to use under </a:t>
            </a:r>
            <a:r>
              <a:rPr lang="en" sz="600" u="sng">
                <a:solidFill>
                  <a:srgbClr val="FFA800"/>
                </a:solidFill>
                <a:hlinkClick r:id="rId6"/>
              </a:rPr>
              <a:t>Creative Commons Attribution license</a:t>
            </a:r>
            <a:r>
              <a:rPr lang="en" sz="600">
                <a:solidFill>
                  <a:srgbClr val="FFA800"/>
                </a:solidFill>
              </a:rPr>
              <a:t>. You can keep the Credits slide or mention SlidesCarnival and other resources used in a slide footer.</a:t>
            </a:r>
            <a:endParaRPr sz="600">
              <a:solidFill>
                <a:srgbClr val="FFA800"/>
              </a:solidFill>
            </a:endParaRPr>
          </a:p>
        </p:txBody>
      </p:sp>
      <p:sp>
        <p:nvSpPr>
          <p:cNvPr id="119" name="Google Shape;119;p16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294667"/>
                </a:solidFill>
              </a:rPr>
              <a:t>‹#›</a:t>
            </a:fld>
            <a:endParaRPr>
              <a:solidFill>
                <a:srgbClr val="294667"/>
              </a:solidFill>
            </a:endParaRPr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434325" y="1891950"/>
            <a:ext cx="2214600" cy="28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EDIT IN GOOGLE SLIDES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Click on the button under the presentation preview that says "Use as Google Slides Theme".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You will get a copy of this document on your Google Drive and will be able to edit, add or delete slides.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You have to be signed in to your Google account.</a:t>
            </a:r>
            <a:endParaRPr sz="1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4294967295" type="ctrTitle"/>
          </p:nvPr>
        </p:nvSpPr>
        <p:spPr>
          <a:xfrm>
            <a:off x="1275150" y="1127749"/>
            <a:ext cx="6593700" cy="10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A800"/>
                </a:solidFill>
              </a:rPr>
              <a:t>Hello!</a:t>
            </a:r>
            <a:endParaRPr sz="2400">
              <a:solidFill>
                <a:srgbClr val="FFA800"/>
              </a:solidFill>
            </a:endParaRPr>
          </a:p>
        </p:txBody>
      </p:sp>
      <p:sp>
        <p:nvSpPr>
          <p:cNvPr id="126" name="Google Shape;126;p17"/>
          <p:cNvSpPr txBox="1"/>
          <p:nvPr>
            <p:ph idx="4294967295" type="subTitle"/>
          </p:nvPr>
        </p:nvSpPr>
        <p:spPr>
          <a:xfrm>
            <a:off x="1275150" y="2069454"/>
            <a:ext cx="65937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I am Jayden Smith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I am here because I love to give presentations. </a:t>
            </a:r>
            <a:endParaRPr sz="16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You can find me at @username</a:t>
            </a:r>
            <a:endParaRPr b="1" sz="1600">
              <a:solidFill>
                <a:srgbClr val="FFFFFF"/>
              </a:solidFill>
            </a:endParaRPr>
          </a:p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ctrTitle"/>
          </p:nvPr>
        </p:nvSpPr>
        <p:spPr>
          <a:xfrm>
            <a:off x="5020500" y="2251075"/>
            <a:ext cx="36750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5020500" y="3602050"/>
            <a:ext cx="3675000" cy="5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0" y="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1616475" y="1393325"/>
            <a:ext cx="5911200" cy="30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265275" y="4607475"/>
            <a:ext cx="86169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4994225" y="693650"/>
            <a:ext cx="36924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4994225" y="1585101"/>
            <a:ext cx="3692400" cy="3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▫"/>
            </a:pPr>
            <a:r>
              <a:rPr lang="en"/>
              <a:t>Here you have a list of items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/>
              <a:t>And some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▫"/>
            </a:pPr>
            <a:r>
              <a:rPr lang="en"/>
              <a:t>But remember not to overload your slides with content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grpSp>
        <p:nvGrpSpPr>
          <p:cNvPr id="147" name="Google Shape;147;p20"/>
          <p:cNvGrpSpPr/>
          <p:nvPr/>
        </p:nvGrpSpPr>
        <p:grpSpPr>
          <a:xfrm>
            <a:off x="1035052" y="2053165"/>
            <a:ext cx="2529937" cy="1037170"/>
            <a:chOff x="1263652" y="1992418"/>
            <a:chExt cx="2529937" cy="1037170"/>
          </a:xfrm>
        </p:grpSpPr>
        <p:sp>
          <p:nvSpPr>
            <p:cNvPr id="148" name="Google Shape;148;p20"/>
            <p:cNvSpPr/>
            <p:nvPr/>
          </p:nvSpPr>
          <p:spPr>
            <a:xfrm>
              <a:off x="1263652" y="2315755"/>
              <a:ext cx="556154" cy="713832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2101178" y="2481972"/>
              <a:ext cx="316104" cy="547615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" name="Google Shape;150;p20"/>
            <p:cNvGrpSpPr/>
            <p:nvPr/>
          </p:nvGrpSpPr>
          <p:grpSpPr>
            <a:xfrm>
              <a:off x="2698654" y="1992418"/>
              <a:ext cx="1094935" cy="1037170"/>
              <a:chOff x="2583100" y="2973775"/>
              <a:chExt cx="461550" cy="437200"/>
            </a:xfrm>
          </p:grpSpPr>
          <p:sp>
            <p:nvSpPr>
              <p:cNvPr id="151" name="Google Shape;151;p20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20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idx="4294967295" type="ctrTitle"/>
          </p:nvPr>
        </p:nvSpPr>
        <p:spPr>
          <a:xfrm>
            <a:off x="2379400" y="2650150"/>
            <a:ext cx="43851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Big concept</a:t>
            </a:r>
            <a:endParaRPr sz="3600"/>
          </a:p>
        </p:txBody>
      </p:sp>
      <p:sp>
        <p:nvSpPr>
          <p:cNvPr id="159" name="Google Shape;159;p21"/>
          <p:cNvSpPr txBox="1"/>
          <p:nvPr>
            <p:ph idx="4294967295" type="subTitle"/>
          </p:nvPr>
        </p:nvSpPr>
        <p:spPr>
          <a:xfrm>
            <a:off x="2379400" y="3640152"/>
            <a:ext cx="4385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Bring the attention of your audience over a key concept using icons or illustrations</a:t>
            </a:r>
            <a:endParaRPr sz="1400"/>
          </a:p>
        </p:txBody>
      </p:sp>
      <p:grpSp>
        <p:nvGrpSpPr>
          <p:cNvPr id="160" name="Google Shape;160;p21"/>
          <p:cNvGrpSpPr/>
          <p:nvPr/>
        </p:nvGrpSpPr>
        <p:grpSpPr>
          <a:xfrm>
            <a:off x="3907084" y="652502"/>
            <a:ext cx="1469762" cy="1469730"/>
            <a:chOff x="6643075" y="3664250"/>
            <a:chExt cx="407950" cy="407975"/>
          </a:xfrm>
        </p:grpSpPr>
        <p:sp>
          <p:nvSpPr>
            <p:cNvPr id="161" name="Google Shape;161;p21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2946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2946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21"/>
          <p:cNvGrpSpPr/>
          <p:nvPr/>
        </p:nvGrpSpPr>
        <p:grpSpPr>
          <a:xfrm rot="-587338">
            <a:off x="3820441" y="2313751"/>
            <a:ext cx="604273" cy="604239"/>
            <a:chOff x="576250" y="4319400"/>
            <a:chExt cx="442075" cy="442050"/>
          </a:xfrm>
        </p:grpSpPr>
        <p:sp>
          <p:nvSpPr>
            <p:cNvPr id="164" name="Google Shape;164;p21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2946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2946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2946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2946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1"/>
          <p:cNvSpPr/>
          <p:nvPr/>
        </p:nvSpPr>
        <p:spPr>
          <a:xfrm>
            <a:off x="3555314" y="991872"/>
            <a:ext cx="229724" cy="219349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 rot="2697369">
            <a:off x="5069196" y="2114882"/>
            <a:ext cx="348744" cy="332994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5345087" y="1924787"/>
            <a:ext cx="139684" cy="133412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 rot="1280130">
            <a:off x="3396157" y="1653523"/>
            <a:ext cx="139667" cy="13340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3467825" y="1614875"/>
            <a:ext cx="25329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White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78" name="Google Shape;178;p22"/>
          <p:cNvSpPr txBox="1"/>
          <p:nvPr>
            <p:ph type="title"/>
          </p:nvPr>
        </p:nvSpPr>
        <p:spPr>
          <a:xfrm>
            <a:off x="3468200" y="796375"/>
            <a:ext cx="52188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79" name="Google Shape;179;p22"/>
          <p:cNvSpPr txBox="1"/>
          <p:nvPr>
            <p:ph idx="2" type="body"/>
          </p:nvPr>
        </p:nvSpPr>
        <p:spPr>
          <a:xfrm>
            <a:off x="6153578" y="1614875"/>
            <a:ext cx="2532900" cy="31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433768" y="693650"/>
            <a:ext cx="3692400" cy="7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433768" y="1585101"/>
            <a:ext cx="3692400" cy="33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294667"/>
                </a:solidFill>
              </a:rPr>
              <a:t>‹#›</a:t>
            </a:fld>
            <a:endParaRPr>
              <a:solidFill>
                <a:srgbClr val="294667"/>
              </a:solidFill>
            </a:endParaRPr>
          </a:p>
        </p:txBody>
      </p:sp>
      <p:grpSp>
        <p:nvGrpSpPr>
          <p:cNvPr id="188" name="Google Shape;188;p23"/>
          <p:cNvGrpSpPr/>
          <p:nvPr/>
        </p:nvGrpSpPr>
        <p:grpSpPr>
          <a:xfrm>
            <a:off x="6311126" y="2106716"/>
            <a:ext cx="1097788" cy="913792"/>
            <a:chOff x="1247825" y="322750"/>
            <a:chExt cx="443300" cy="369000"/>
          </a:xfrm>
        </p:grpSpPr>
        <p:sp>
          <p:nvSpPr>
            <p:cNvPr id="189" name="Google Shape;189;p23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idx="4294967295" type="title"/>
          </p:nvPr>
        </p:nvSpPr>
        <p:spPr>
          <a:xfrm>
            <a:off x="2194950" y="1881750"/>
            <a:ext cx="4754100" cy="13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rgbClr val="FFFFFF"/>
                </a:solidFill>
              </a:rPr>
              <a:t>Want big impact?</a:t>
            </a:r>
            <a:endParaRPr b="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Use big image.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9" name="Google Shape;199;p24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294667"/>
                </a:solidFill>
              </a:rPr>
              <a:t>‹#›</a:t>
            </a:fld>
            <a:endParaRPr>
              <a:solidFill>
                <a:srgbClr val="29466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4394479" y="1045150"/>
            <a:ext cx="1948800" cy="1948800"/>
          </a:xfrm>
          <a:prstGeom prst="ellipse">
            <a:avLst/>
          </a:prstGeom>
          <a:noFill/>
          <a:ln cap="flat" cmpd="sng" w="3810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Yellow</a:t>
            </a:r>
            <a:endParaRPr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5231733" y="2450691"/>
            <a:ext cx="1948800" cy="1948800"/>
          </a:xfrm>
          <a:prstGeom prst="ellipse">
            <a:avLst/>
          </a:prstGeom>
          <a:noFill/>
          <a:ln cap="flat" cmpd="sng" w="3810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</a:t>
            </a:r>
            <a:endParaRPr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6059300" y="1045150"/>
            <a:ext cx="1948800" cy="1948800"/>
          </a:xfrm>
          <a:prstGeom prst="ellipse">
            <a:avLst/>
          </a:prstGeom>
          <a:noFill/>
          <a:ln cap="flat" cmpd="sng" w="38100">
            <a:solidFill>
              <a:srgbClr val="FFA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Blue</a:t>
            </a:r>
            <a:endParaRPr b="1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214" name="Google Shape;214;p26"/>
          <p:cNvGraphicFramePr/>
          <p:nvPr/>
        </p:nvGraphicFramePr>
        <p:xfrm>
          <a:off x="3751500" y="12221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{CB41E2C8-2CCD-4AC6-86E8-38B58063F16F}</a:tableStyleId>
              </a:tblPr>
              <a:tblGrid>
                <a:gridCol w="1163775"/>
                <a:gridCol w="1163775"/>
                <a:gridCol w="1163775"/>
                <a:gridCol w="1163775"/>
              </a:tblGrid>
              <a:tr h="825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</a:t>
                      </a:r>
                      <a:endParaRPr sz="1100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</a:t>
                      </a:r>
                      <a:endParaRPr sz="1100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</a:t>
                      </a:r>
                      <a:endParaRPr sz="1100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Yellow</a:t>
                      </a:r>
                      <a:endParaRPr sz="1100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Blue</a:t>
                      </a:r>
                      <a:endParaRPr sz="1100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30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Orange</a:t>
                      </a:r>
                      <a:endParaRPr sz="1100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24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21028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b="1">
                        <a:solidFill>
                          <a:srgbClr val="021028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68575" marB="68575" marR="91425" marL="91425" anchor="ctr">
                    <a:lnL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A8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26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/>
          <p:nvPr/>
        </p:nvSpPr>
        <p:spPr>
          <a:xfrm>
            <a:off x="3453562" y="1444423"/>
            <a:ext cx="5444966" cy="2593862"/>
          </a:xfrm>
          <a:custGeom>
            <a:rect b="b" l="l" r="r" t="t"/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7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222" name="Google Shape;222;p27"/>
          <p:cNvSpPr/>
          <p:nvPr/>
        </p:nvSpPr>
        <p:spPr>
          <a:xfrm>
            <a:off x="4396108" y="1817492"/>
            <a:ext cx="414300" cy="313500"/>
          </a:xfrm>
          <a:prstGeom prst="wedgeRectCallout">
            <a:avLst>
              <a:gd fmla="val 251" name="adj1"/>
              <a:gd fmla="val 71749" name="adj2"/>
            </a:avLst>
          </a:prstGeom>
          <a:solidFill>
            <a:srgbClr val="FFA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21028"/>
                </a:solidFill>
                <a:latin typeface="Open Sans"/>
                <a:ea typeface="Open Sans"/>
                <a:cs typeface="Open Sans"/>
                <a:sym typeface="Open Sans"/>
              </a:rPr>
              <a:t>our office</a:t>
            </a:r>
            <a:endParaRPr sz="600">
              <a:solidFill>
                <a:srgbClr val="02102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27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7"/>
          <p:cNvSpPr/>
          <p:nvPr/>
        </p:nvSpPr>
        <p:spPr>
          <a:xfrm>
            <a:off x="3895500" y="2302175"/>
            <a:ext cx="96900" cy="96900"/>
          </a:xfrm>
          <a:prstGeom prst="ellipse">
            <a:avLst/>
          </a:prstGeom>
          <a:solidFill>
            <a:srgbClr val="FFA800"/>
          </a:solidFill>
          <a:ln cap="flat" cmpd="sng" w="28575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7"/>
          <p:cNvSpPr/>
          <p:nvPr/>
        </p:nvSpPr>
        <p:spPr>
          <a:xfrm>
            <a:off x="5089925" y="3181575"/>
            <a:ext cx="96900" cy="96900"/>
          </a:xfrm>
          <a:prstGeom prst="ellipse">
            <a:avLst/>
          </a:prstGeom>
          <a:solidFill>
            <a:srgbClr val="FFA800"/>
          </a:solidFill>
          <a:ln cap="flat" cmpd="sng" w="28575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5708825" y="2131000"/>
            <a:ext cx="96900" cy="96900"/>
          </a:xfrm>
          <a:prstGeom prst="ellipse">
            <a:avLst/>
          </a:prstGeom>
          <a:solidFill>
            <a:srgbClr val="FFA800"/>
          </a:solidFill>
          <a:ln cap="flat" cmpd="sng" w="28575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8048275" y="3643875"/>
            <a:ext cx="96900" cy="96900"/>
          </a:xfrm>
          <a:prstGeom prst="ellipse">
            <a:avLst/>
          </a:prstGeom>
          <a:solidFill>
            <a:srgbClr val="FFA800"/>
          </a:solidFill>
          <a:ln cap="flat" cmpd="sng" w="28575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/>
          <p:nvPr/>
        </p:nvSpPr>
        <p:spPr>
          <a:xfrm>
            <a:off x="7619075" y="2457425"/>
            <a:ext cx="96900" cy="96900"/>
          </a:xfrm>
          <a:prstGeom prst="ellipse">
            <a:avLst/>
          </a:prstGeom>
          <a:solidFill>
            <a:srgbClr val="FFA800"/>
          </a:solidFill>
          <a:ln cap="flat" cmpd="sng" w="28575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6159950" y="3579125"/>
            <a:ext cx="96900" cy="96900"/>
          </a:xfrm>
          <a:prstGeom prst="ellipse">
            <a:avLst/>
          </a:prstGeom>
          <a:solidFill>
            <a:srgbClr val="FFA800"/>
          </a:solidFill>
          <a:ln cap="flat" cmpd="sng" w="28575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idx="4294967295" type="ctrTitle"/>
          </p:nvPr>
        </p:nvSpPr>
        <p:spPr>
          <a:xfrm>
            <a:off x="1746750" y="1583350"/>
            <a:ext cx="56505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89,526,124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235" name="Google Shape;235;p28"/>
          <p:cNvSpPr txBox="1"/>
          <p:nvPr>
            <p:ph idx="4294967295" type="subTitle"/>
          </p:nvPr>
        </p:nvSpPr>
        <p:spPr>
          <a:xfrm>
            <a:off x="1746750" y="2611455"/>
            <a:ext cx="56505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Whoa! That’s a big number, aren’t you proud?</a:t>
            </a:r>
            <a:endParaRPr sz="1200"/>
          </a:p>
        </p:txBody>
      </p:sp>
      <p:sp>
        <p:nvSpPr>
          <p:cNvPr id="236" name="Google Shape;236;p28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294667"/>
                </a:solidFill>
              </a:rPr>
              <a:t>‹#›</a:t>
            </a:fld>
            <a:endParaRPr>
              <a:solidFill>
                <a:srgbClr val="29466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idx="4294967295" type="ctrTitle"/>
          </p:nvPr>
        </p:nvSpPr>
        <p:spPr>
          <a:xfrm>
            <a:off x="685800" y="49560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89,526,124$</a:t>
            </a:r>
            <a:endParaRPr sz="3600"/>
          </a:p>
        </p:txBody>
      </p:sp>
      <p:sp>
        <p:nvSpPr>
          <p:cNvPr id="242" name="Google Shape;242;p29"/>
          <p:cNvSpPr txBox="1"/>
          <p:nvPr>
            <p:ph idx="4294967295" type="subTitle"/>
          </p:nvPr>
        </p:nvSpPr>
        <p:spPr>
          <a:xfrm>
            <a:off x="685800" y="11827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That’s a lot of money</a:t>
            </a:r>
            <a:endParaRPr sz="1400"/>
          </a:p>
        </p:txBody>
      </p:sp>
      <p:sp>
        <p:nvSpPr>
          <p:cNvPr id="243" name="Google Shape;243;p29"/>
          <p:cNvSpPr txBox="1"/>
          <p:nvPr>
            <p:ph idx="4294967295" type="ctrTitle"/>
          </p:nvPr>
        </p:nvSpPr>
        <p:spPr>
          <a:xfrm>
            <a:off x="685800" y="312450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100%</a:t>
            </a:r>
            <a:endParaRPr sz="3600"/>
          </a:p>
        </p:txBody>
      </p:sp>
      <p:sp>
        <p:nvSpPr>
          <p:cNvPr id="244" name="Google Shape;244;p29"/>
          <p:cNvSpPr txBox="1"/>
          <p:nvPr>
            <p:ph idx="4294967295" type="subTitle"/>
          </p:nvPr>
        </p:nvSpPr>
        <p:spPr>
          <a:xfrm>
            <a:off x="685800" y="381160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Total success!</a:t>
            </a:r>
            <a:endParaRPr sz="1400"/>
          </a:p>
        </p:txBody>
      </p:sp>
      <p:sp>
        <p:nvSpPr>
          <p:cNvPr id="245" name="Google Shape;245;p29"/>
          <p:cNvSpPr txBox="1"/>
          <p:nvPr>
            <p:ph idx="4294967295" type="ctrTitle"/>
          </p:nvPr>
        </p:nvSpPr>
        <p:spPr>
          <a:xfrm>
            <a:off x="685800" y="1810050"/>
            <a:ext cx="77724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185,244 users</a:t>
            </a:r>
            <a:endParaRPr sz="3600"/>
          </a:p>
        </p:txBody>
      </p:sp>
      <p:sp>
        <p:nvSpPr>
          <p:cNvPr id="246" name="Google Shape;246;p29"/>
          <p:cNvSpPr txBox="1"/>
          <p:nvPr>
            <p:ph idx="4294967295" type="subTitle"/>
          </p:nvPr>
        </p:nvSpPr>
        <p:spPr>
          <a:xfrm>
            <a:off x="685800" y="2497159"/>
            <a:ext cx="77724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And a lot of users</a:t>
            </a:r>
            <a:endParaRPr sz="1400"/>
          </a:p>
        </p:txBody>
      </p:sp>
      <p:sp>
        <p:nvSpPr>
          <p:cNvPr id="247" name="Google Shape;247;p29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4" name="Google Shape;254;p30"/>
          <p:cNvCxnSpPr>
            <a:endCxn id="255" idx="0"/>
          </p:cNvCxnSpPr>
          <p:nvPr/>
        </p:nvCxnSpPr>
        <p:spPr>
          <a:xfrm flipH="1">
            <a:off x="6085575" y="12000"/>
            <a:ext cx="7200" cy="1054800"/>
          </a:xfrm>
          <a:prstGeom prst="straightConnector1">
            <a:avLst/>
          </a:prstGeom>
          <a:noFill/>
          <a:ln cap="flat" cmpd="sng" w="19050">
            <a:solidFill>
              <a:srgbClr val="FFA800"/>
            </a:solidFill>
            <a:prstDash val="solid"/>
            <a:round/>
            <a:headEnd len="med" w="med" type="none"/>
            <a:tailEnd len="med" w="med" type="diamond"/>
          </a:ln>
        </p:spPr>
      </p:cxnSp>
      <p:cxnSp>
        <p:nvCxnSpPr>
          <p:cNvPr id="256" name="Google Shape;256;p30"/>
          <p:cNvCxnSpPr>
            <a:stCxn id="255" idx="2"/>
            <a:endCxn id="257" idx="0"/>
          </p:cNvCxnSpPr>
          <p:nvPr/>
        </p:nvCxnSpPr>
        <p:spPr>
          <a:xfrm>
            <a:off x="6085575" y="1545300"/>
            <a:ext cx="7200" cy="787200"/>
          </a:xfrm>
          <a:prstGeom prst="straightConnector1">
            <a:avLst/>
          </a:prstGeom>
          <a:noFill/>
          <a:ln cap="flat" cmpd="sng" w="19050">
            <a:solidFill>
              <a:srgbClr val="FFA800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258" name="Google Shape;258;p30"/>
          <p:cNvCxnSpPr>
            <a:stCxn id="259" idx="2"/>
          </p:cNvCxnSpPr>
          <p:nvPr/>
        </p:nvCxnSpPr>
        <p:spPr>
          <a:xfrm>
            <a:off x="6092725" y="4078213"/>
            <a:ext cx="0" cy="1065300"/>
          </a:xfrm>
          <a:prstGeom prst="straightConnector1">
            <a:avLst/>
          </a:prstGeom>
          <a:noFill/>
          <a:ln cap="flat" cmpd="sng" w="19050">
            <a:solidFill>
              <a:srgbClr val="FFA800"/>
            </a:solidFill>
            <a:prstDash val="solid"/>
            <a:round/>
            <a:headEnd len="med" w="med" type="diamond"/>
            <a:tailEnd len="med" w="med" type="none"/>
          </a:ln>
        </p:spPr>
      </p:cxnSp>
      <p:cxnSp>
        <p:nvCxnSpPr>
          <p:cNvPr id="260" name="Google Shape;260;p30"/>
          <p:cNvCxnSpPr>
            <a:stCxn id="257" idx="2"/>
            <a:endCxn id="259" idx="0"/>
          </p:cNvCxnSpPr>
          <p:nvPr/>
        </p:nvCxnSpPr>
        <p:spPr>
          <a:xfrm>
            <a:off x="6092725" y="2811000"/>
            <a:ext cx="0" cy="788700"/>
          </a:xfrm>
          <a:prstGeom prst="straightConnector1">
            <a:avLst/>
          </a:prstGeom>
          <a:noFill/>
          <a:ln cap="flat" cmpd="sng" w="19050">
            <a:solidFill>
              <a:srgbClr val="FFA800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255" name="Google Shape;255;p30"/>
          <p:cNvSpPr txBox="1"/>
          <p:nvPr/>
        </p:nvSpPr>
        <p:spPr>
          <a:xfrm>
            <a:off x="4949625" y="1066800"/>
            <a:ext cx="2271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first</a:t>
            </a:r>
            <a:endParaRPr b="1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0"/>
          <p:cNvSpPr txBox="1"/>
          <p:nvPr/>
        </p:nvSpPr>
        <p:spPr>
          <a:xfrm>
            <a:off x="4956775" y="3599713"/>
            <a:ext cx="2271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last</a:t>
            </a:r>
            <a:endParaRPr b="1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4956775" y="2332500"/>
            <a:ext cx="22719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second</a:t>
            </a:r>
            <a:endParaRPr b="1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434706" y="796375"/>
            <a:ext cx="5218800" cy="6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266" name="Google Shape;266;p31"/>
          <p:cNvSpPr txBox="1"/>
          <p:nvPr>
            <p:ph idx="1" type="body"/>
          </p:nvPr>
        </p:nvSpPr>
        <p:spPr>
          <a:xfrm>
            <a:off x="434325" y="1614875"/>
            <a:ext cx="25329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Yellow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67" name="Google Shape;267;p31"/>
          <p:cNvSpPr txBox="1"/>
          <p:nvPr>
            <p:ph idx="2" type="body"/>
          </p:nvPr>
        </p:nvSpPr>
        <p:spPr>
          <a:xfrm>
            <a:off x="3120077" y="1614875"/>
            <a:ext cx="2532900" cy="13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Blue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68" name="Google Shape;268;p31"/>
          <p:cNvSpPr txBox="1"/>
          <p:nvPr>
            <p:ph idx="1" type="body"/>
          </p:nvPr>
        </p:nvSpPr>
        <p:spPr>
          <a:xfrm>
            <a:off x="434325" y="2971800"/>
            <a:ext cx="25443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Red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</p:txBody>
      </p:sp>
      <p:sp>
        <p:nvSpPr>
          <p:cNvPr id="269" name="Google Shape;269;p31"/>
          <p:cNvSpPr txBox="1"/>
          <p:nvPr>
            <p:ph idx="2" type="body"/>
          </p:nvPr>
        </p:nvSpPr>
        <p:spPr>
          <a:xfrm>
            <a:off x="3108892" y="2971800"/>
            <a:ext cx="25443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Black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coal, ebony, and of outer space. It is the darkest color, the result of the absence of or complete absorption of light.</a:t>
            </a:r>
            <a:endParaRPr sz="1200"/>
          </a:p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294667"/>
                </a:solidFill>
              </a:rPr>
              <a:t>‹#›</a:t>
            </a:fld>
            <a:endParaRPr>
              <a:solidFill>
                <a:srgbClr val="294667"/>
              </a:solidFill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7291770" y="2143426"/>
            <a:ext cx="856643" cy="856643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457200" y="41015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You can insert graphs from </a:t>
            </a:r>
            <a:r>
              <a:rPr lang="en" u="sng">
                <a:hlinkClick r:id="rId4"/>
              </a:rPr>
              <a:t>Google Sheets</a:t>
            </a:r>
            <a:endParaRPr u="sng"/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8" name="Google Shape;278;p32" title="Gráfico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5275" y="678450"/>
            <a:ext cx="3893450" cy="322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/>
          <p:nvPr/>
        </p:nvSpPr>
        <p:spPr>
          <a:xfrm>
            <a:off x="5120960" y="489800"/>
            <a:ext cx="2075120" cy="4163909"/>
          </a:xfrm>
          <a:custGeom>
            <a:rect b="b" l="l" r="r" t="t"/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3"/>
          <p:cNvSpPr txBox="1"/>
          <p:nvPr>
            <p:ph idx="4294967295" type="body"/>
          </p:nvPr>
        </p:nvSpPr>
        <p:spPr>
          <a:xfrm>
            <a:off x="442400" y="1858950"/>
            <a:ext cx="2147400" cy="13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  <p:sp>
        <p:nvSpPr>
          <p:cNvPr id="285" name="Google Shape;285;p33"/>
          <p:cNvSpPr/>
          <p:nvPr/>
        </p:nvSpPr>
        <p:spPr>
          <a:xfrm>
            <a:off x="521427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A800"/>
                </a:solidFill>
                <a:latin typeface="Open Sans"/>
                <a:ea typeface="Open Sans"/>
                <a:cs typeface="Open Sans"/>
                <a:sym typeface="Open Sans"/>
              </a:rPr>
              <a:t>Place your screenshot here</a:t>
            </a:r>
            <a:endParaRPr sz="8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33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33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project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/>
          <p:nvPr/>
        </p:nvSpPr>
        <p:spPr>
          <a:xfrm>
            <a:off x="5166871" y="623036"/>
            <a:ext cx="1863608" cy="3921828"/>
          </a:xfrm>
          <a:custGeom>
            <a:rect b="b" l="l" r="r" t="t"/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4"/>
          <p:cNvSpPr/>
          <p:nvPr/>
        </p:nvSpPr>
        <p:spPr>
          <a:xfrm>
            <a:off x="5303825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A800"/>
                </a:solidFill>
                <a:latin typeface="Open Sans"/>
                <a:ea typeface="Open Sans"/>
                <a:cs typeface="Open Sans"/>
                <a:sym typeface="Open Sans"/>
              </a:rPr>
              <a:t>Place your screenshot here</a:t>
            </a:r>
            <a:endParaRPr sz="8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4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34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iPhone project</a:t>
            </a:r>
            <a:endParaRPr/>
          </a:p>
        </p:txBody>
      </p:sp>
      <p:sp>
        <p:nvSpPr>
          <p:cNvPr id="296" name="Google Shape;296;p34"/>
          <p:cNvSpPr txBox="1"/>
          <p:nvPr>
            <p:ph idx="4294967295" type="body"/>
          </p:nvPr>
        </p:nvSpPr>
        <p:spPr>
          <a:xfrm>
            <a:off x="442400" y="1858950"/>
            <a:ext cx="2147400" cy="13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/>
          <p:nvPr/>
        </p:nvSpPr>
        <p:spPr>
          <a:xfrm>
            <a:off x="4658923" y="535613"/>
            <a:ext cx="2879504" cy="4072345"/>
          </a:xfrm>
          <a:custGeom>
            <a:rect b="b" l="l" r="r" t="t"/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5"/>
          <p:cNvSpPr/>
          <p:nvPr/>
        </p:nvSpPr>
        <p:spPr>
          <a:xfrm>
            <a:off x="4852025" y="910325"/>
            <a:ext cx="24933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A800"/>
                </a:solidFill>
                <a:latin typeface="Open Sans"/>
                <a:ea typeface="Open Sans"/>
                <a:cs typeface="Open Sans"/>
                <a:sym typeface="Open Sans"/>
              </a:rPr>
              <a:t>Place your screenshot here</a:t>
            </a:r>
            <a:endParaRPr sz="8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35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35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project</a:t>
            </a:r>
            <a:endParaRPr/>
          </a:p>
        </p:txBody>
      </p:sp>
      <p:sp>
        <p:nvSpPr>
          <p:cNvPr id="305" name="Google Shape;305;p35"/>
          <p:cNvSpPr txBox="1"/>
          <p:nvPr>
            <p:ph idx="4294967295" type="body"/>
          </p:nvPr>
        </p:nvSpPr>
        <p:spPr>
          <a:xfrm>
            <a:off x="442400" y="1858950"/>
            <a:ext cx="2147400" cy="13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/>
          <p:nvPr/>
        </p:nvSpPr>
        <p:spPr>
          <a:xfrm>
            <a:off x="3903575" y="836924"/>
            <a:ext cx="4390156" cy="3417786"/>
          </a:xfrm>
          <a:custGeom>
            <a:rect b="b" l="l" r="r" t="t"/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FFFFFF"/>
          </a:solidFill>
          <a:ln cap="flat" cmpd="sng" w="19050">
            <a:solidFill>
              <a:srgbClr val="2946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6"/>
          <p:cNvSpPr/>
          <p:nvPr/>
        </p:nvSpPr>
        <p:spPr>
          <a:xfrm>
            <a:off x="4087291" y="1018427"/>
            <a:ext cx="4022700" cy="25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A800"/>
                </a:solidFill>
                <a:latin typeface="Open Sans"/>
                <a:ea typeface="Open Sans"/>
                <a:cs typeface="Open Sans"/>
                <a:sym typeface="Open Sans"/>
              </a:rPr>
              <a:t>Place your screenshot here</a:t>
            </a:r>
            <a:endParaRPr sz="8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6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36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project</a:t>
            </a:r>
            <a:endParaRPr/>
          </a:p>
        </p:txBody>
      </p:sp>
      <p:sp>
        <p:nvSpPr>
          <p:cNvPr id="314" name="Google Shape;314;p36"/>
          <p:cNvSpPr txBox="1"/>
          <p:nvPr>
            <p:ph idx="4294967295" type="body"/>
          </p:nvPr>
        </p:nvSpPr>
        <p:spPr>
          <a:xfrm>
            <a:off x="442400" y="1858950"/>
            <a:ext cx="2147400" cy="13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Show and explain your web, app or software projects using these gadget templates.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7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37"/>
          <p:cNvSpPr txBox="1"/>
          <p:nvPr>
            <p:ph idx="4294967295" type="ctrTitle"/>
          </p:nvPr>
        </p:nvSpPr>
        <p:spPr>
          <a:xfrm>
            <a:off x="1275150" y="1356349"/>
            <a:ext cx="6593700" cy="10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A800"/>
                </a:solidFill>
              </a:rPr>
              <a:t>Thanks!</a:t>
            </a:r>
            <a:endParaRPr sz="2400">
              <a:solidFill>
                <a:srgbClr val="FFA800"/>
              </a:solidFill>
            </a:endParaRPr>
          </a:p>
        </p:txBody>
      </p:sp>
      <p:sp>
        <p:nvSpPr>
          <p:cNvPr id="321" name="Google Shape;321;p37"/>
          <p:cNvSpPr txBox="1"/>
          <p:nvPr>
            <p:ph idx="4294967295" type="subTitle"/>
          </p:nvPr>
        </p:nvSpPr>
        <p:spPr>
          <a:xfrm>
            <a:off x="1275150" y="2298054"/>
            <a:ext cx="65937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Any questions?</a:t>
            </a:r>
            <a:endParaRPr b="1" sz="16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FFFF"/>
                </a:solidFill>
              </a:rPr>
              <a:t>Find me at @username &amp; user@mail.me</a:t>
            </a:r>
            <a:endParaRPr b="1"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94667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27" name="Google Shape;327;p38"/>
          <p:cNvSpPr txBox="1"/>
          <p:nvPr>
            <p:ph idx="4294967295" type="body"/>
          </p:nvPr>
        </p:nvSpPr>
        <p:spPr>
          <a:xfrm>
            <a:off x="3659225" y="1344950"/>
            <a:ext cx="5027400" cy="35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Special thanks to all the people who made and released these awesome resources for free: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A800"/>
              </a:buClr>
              <a:buSzPts val="1800"/>
              <a:buChar char="▫"/>
            </a:pPr>
            <a:r>
              <a:rPr lang="en">
                <a:solidFill>
                  <a:srgbClr val="FFFFFF"/>
                </a:solidFill>
              </a:rPr>
              <a:t>Presentation template by </a:t>
            </a:r>
            <a:r>
              <a:rPr lang="en" u="sng">
                <a:solidFill>
                  <a:srgbClr val="FFFFFF"/>
                </a:solidFill>
                <a:hlinkClick r:id="rId3"/>
              </a:rPr>
              <a:t>SlidesCarnival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A800"/>
              </a:buClr>
              <a:buSzPts val="1800"/>
              <a:buChar char="▫"/>
            </a:pPr>
            <a:r>
              <a:rPr lang="en">
                <a:solidFill>
                  <a:srgbClr val="FFFFFF"/>
                </a:solidFill>
              </a:rPr>
              <a:t>Photographs by </a:t>
            </a:r>
            <a:r>
              <a:rPr lang="en" u="sng">
                <a:solidFill>
                  <a:srgbClr val="FFFFFF"/>
                </a:solidFill>
                <a:hlinkClick r:id="rId4"/>
              </a:rPr>
              <a:t>Startup Stock Photos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8" name="Google Shape;328;p38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94667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type="title"/>
          </p:nvPr>
        </p:nvSpPr>
        <p:spPr>
          <a:xfrm>
            <a:off x="442405" y="1045150"/>
            <a:ext cx="2147400" cy="6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34" name="Google Shape;334;p39"/>
          <p:cNvSpPr txBox="1"/>
          <p:nvPr>
            <p:ph idx="4294967295" type="body"/>
          </p:nvPr>
        </p:nvSpPr>
        <p:spPr>
          <a:xfrm>
            <a:off x="3459300" y="1326775"/>
            <a:ext cx="5162700" cy="25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This presentation uses the following typographies and colors: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▫"/>
            </a:pPr>
            <a:r>
              <a:rPr lang="en" sz="1200">
                <a:solidFill>
                  <a:srgbClr val="FFFFFF"/>
                </a:solidFill>
              </a:rPr>
              <a:t>Titles: Merriweather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▫"/>
            </a:pPr>
            <a:r>
              <a:rPr lang="en" sz="1200">
                <a:solidFill>
                  <a:srgbClr val="FFFFFF"/>
                </a:solidFill>
              </a:rPr>
              <a:t>Body copy: Open sans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You can download the fonts on these pages for free: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hlinkClick r:id="rId3"/>
              </a:rPr>
              <a:t>https://www.fontsquirrel.com/fonts/merriweather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FFFFFF"/>
                </a:solidFill>
                <a:hlinkClick r:id="rId4"/>
              </a:rPr>
              <a:t>https://www.fontsquirrel.com/fonts/open-sans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▫"/>
            </a:pPr>
            <a:r>
              <a:rPr lang="en" sz="1200">
                <a:solidFill>
                  <a:srgbClr val="FFFFFF"/>
                </a:solidFill>
              </a:rPr>
              <a:t>Yolk Yellow </a:t>
            </a:r>
            <a:r>
              <a:rPr b="1" lang="en" sz="1200">
                <a:solidFill>
                  <a:srgbClr val="FFA800"/>
                </a:solidFill>
              </a:rPr>
              <a:t>#ffa800</a:t>
            </a:r>
            <a:endParaRPr sz="1200">
              <a:solidFill>
                <a:srgbClr val="FFA800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▫"/>
            </a:pPr>
            <a:r>
              <a:rPr lang="en" sz="1200">
                <a:solidFill>
                  <a:srgbClr val="FFFFFF"/>
                </a:solidFill>
              </a:rPr>
              <a:t>Navy Blue </a:t>
            </a:r>
            <a:r>
              <a:rPr b="1" lang="en" sz="1200">
                <a:solidFill>
                  <a:srgbClr val="294667"/>
                </a:solidFill>
                <a:highlight>
                  <a:srgbClr val="FFFFFF"/>
                </a:highlight>
              </a:rPr>
              <a:t>#294667</a:t>
            </a:r>
            <a:endParaRPr b="1" sz="1200">
              <a:solidFill>
                <a:srgbClr val="294667"/>
              </a:solidFill>
              <a:highlight>
                <a:srgbClr val="FFFFFF"/>
              </a:highlight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3332075" y="4267925"/>
            <a:ext cx="5508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200">
                <a:solidFill>
                  <a:srgbClr val="FFA800"/>
                </a:solidFill>
                <a:latin typeface="Open Sans"/>
                <a:ea typeface="Open Sans"/>
                <a:cs typeface="Open Sans"/>
                <a:sym typeface="Open Sans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i="1" sz="12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FFA8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39"/>
          <p:cNvSpPr txBox="1"/>
          <p:nvPr>
            <p:ph idx="12" type="sldNum"/>
          </p:nvPr>
        </p:nvSpPr>
        <p:spPr>
          <a:xfrm>
            <a:off x="-6000" y="0"/>
            <a:ext cx="548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94667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/>
        </p:nvSpPr>
        <p:spPr>
          <a:xfrm>
            <a:off x="5888525" y="56622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means that you can: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Resize them without losing quality.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Change line color, width and style.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Isn’t that nice? :)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Examples:</a:t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42" name="Google Shape;342;p40"/>
          <p:cNvGrpSpPr/>
          <p:nvPr/>
        </p:nvGrpSpPr>
        <p:grpSpPr>
          <a:xfrm>
            <a:off x="574224" y="516032"/>
            <a:ext cx="314345" cy="410041"/>
            <a:chOff x="590250" y="244200"/>
            <a:chExt cx="407975" cy="532175"/>
          </a:xfrm>
        </p:grpSpPr>
        <p:sp>
          <p:nvSpPr>
            <p:cNvPr id="343" name="Google Shape;343;p40"/>
            <p:cNvSpPr/>
            <p:nvPr/>
          </p:nvSpPr>
          <p:spPr>
            <a:xfrm>
              <a:off x="623125" y="313625"/>
              <a:ext cx="375100" cy="462750"/>
            </a:xfrm>
            <a:custGeom>
              <a:rect b="b" l="l" r="r" t="t"/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590250" y="2697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796650" y="274025"/>
              <a:ext cx="45100" cy="45100"/>
            </a:xfrm>
            <a:custGeom>
              <a:rect b="b" l="l" r="r" t="t"/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7138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631050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649925" y="5900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649925" y="5346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0"/>
            <p:cNvSpPr/>
            <p:nvPr/>
          </p:nvSpPr>
          <p:spPr>
            <a:xfrm>
              <a:off x="649925" y="4798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0"/>
            <p:cNvSpPr/>
            <p:nvPr/>
          </p:nvSpPr>
          <p:spPr>
            <a:xfrm>
              <a:off x="649925" y="4244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879475" y="274025"/>
              <a:ext cx="45075" cy="45100"/>
            </a:xfrm>
            <a:custGeom>
              <a:rect b="b" l="l" r="r" t="t"/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0"/>
            <p:cNvSpPr/>
            <p:nvPr/>
          </p:nvSpPr>
          <p:spPr>
            <a:xfrm>
              <a:off x="6548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0"/>
            <p:cNvSpPr/>
            <p:nvPr/>
          </p:nvSpPr>
          <p:spPr>
            <a:xfrm>
              <a:off x="7376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0"/>
            <p:cNvSpPr/>
            <p:nvPr/>
          </p:nvSpPr>
          <p:spPr>
            <a:xfrm>
              <a:off x="820400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0"/>
            <p:cNvSpPr/>
            <p:nvPr/>
          </p:nvSpPr>
          <p:spPr>
            <a:xfrm>
              <a:off x="903225" y="244200"/>
              <a:ext cx="25" cy="51175"/>
            </a:xfrm>
            <a:custGeom>
              <a:rect b="b" l="l" r="r" t="t"/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40"/>
          <p:cNvGrpSpPr/>
          <p:nvPr/>
        </p:nvGrpSpPr>
        <p:grpSpPr>
          <a:xfrm>
            <a:off x="1080885" y="576554"/>
            <a:ext cx="341563" cy="284315"/>
            <a:chOff x="1247825" y="322750"/>
            <a:chExt cx="443300" cy="369000"/>
          </a:xfrm>
        </p:grpSpPr>
        <p:sp>
          <p:nvSpPr>
            <p:cNvPr id="358" name="Google Shape;358;p40"/>
            <p:cNvSpPr/>
            <p:nvPr/>
          </p:nvSpPr>
          <p:spPr>
            <a:xfrm>
              <a:off x="1247825" y="322750"/>
              <a:ext cx="443300" cy="369000"/>
            </a:xfrm>
            <a:custGeom>
              <a:rect b="b" l="l" r="r" t="t"/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0"/>
            <p:cNvSpPr/>
            <p:nvPr/>
          </p:nvSpPr>
          <p:spPr>
            <a:xfrm>
              <a:off x="1398225" y="386675"/>
              <a:ext cx="142500" cy="25"/>
            </a:xfrm>
            <a:custGeom>
              <a:rect b="b" l="l" r="r" t="t"/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0"/>
            <p:cNvSpPr/>
            <p:nvPr/>
          </p:nvSpPr>
          <p:spPr>
            <a:xfrm>
              <a:off x="1370225" y="450000"/>
              <a:ext cx="198500" cy="197900"/>
            </a:xfrm>
            <a:custGeom>
              <a:rect b="b" l="l" r="r" t="t"/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40"/>
            <p:cNvSpPr/>
            <p:nvPr/>
          </p:nvSpPr>
          <p:spPr>
            <a:xfrm>
              <a:off x="1403100" y="482875"/>
              <a:ext cx="132750" cy="132150"/>
            </a:xfrm>
            <a:custGeom>
              <a:rect b="b" l="l" r="r" t="t"/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40"/>
            <p:cNvSpPr/>
            <p:nvPr/>
          </p:nvSpPr>
          <p:spPr>
            <a:xfrm>
              <a:off x="1588800" y="435400"/>
              <a:ext cx="66400" cy="43850"/>
            </a:xfrm>
            <a:custGeom>
              <a:rect b="b" l="l" r="r" t="t"/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3" name="Google Shape;363;p40"/>
          <p:cNvGrpSpPr/>
          <p:nvPr/>
        </p:nvGrpSpPr>
        <p:grpSpPr>
          <a:xfrm>
            <a:off x="1606328" y="575148"/>
            <a:ext cx="326538" cy="287127"/>
            <a:chOff x="1929775" y="320925"/>
            <a:chExt cx="423800" cy="372650"/>
          </a:xfrm>
        </p:grpSpPr>
        <p:sp>
          <p:nvSpPr>
            <p:cNvPr id="364" name="Google Shape;364;p40"/>
            <p:cNvSpPr/>
            <p:nvPr/>
          </p:nvSpPr>
          <p:spPr>
            <a:xfrm>
              <a:off x="1929775" y="320925"/>
              <a:ext cx="423800" cy="372650"/>
            </a:xfrm>
            <a:custGeom>
              <a:rect b="b" l="l" r="r" t="t"/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0"/>
            <p:cNvSpPr/>
            <p:nvPr/>
          </p:nvSpPr>
          <p:spPr>
            <a:xfrm>
              <a:off x="1954125" y="345275"/>
              <a:ext cx="375100" cy="323950"/>
            </a:xfrm>
            <a:custGeom>
              <a:rect b="b" l="l" r="r" t="t"/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0"/>
            <p:cNvSpPr/>
            <p:nvPr/>
          </p:nvSpPr>
          <p:spPr>
            <a:xfrm>
              <a:off x="2162375" y="534625"/>
              <a:ext cx="146750" cy="113275"/>
            </a:xfrm>
            <a:custGeom>
              <a:rect b="b" l="l" r="r" t="t"/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0"/>
            <p:cNvSpPr/>
            <p:nvPr/>
          </p:nvSpPr>
          <p:spPr>
            <a:xfrm>
              <a:off x="1974225" y="468875"/>
              <a:ext cx="232600" cy="179025"/>
            </a:xfrm>
            <a:custGeom>
              <a:rect b="b" l="l" r="r" t="t"/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0"/>
            <p:cNvSpPr/>
            <p:nvPr/>
          </p:nvSpPr>
          <p:spPr>
            <a:xfrm>
              <a:off x="2169675" y="396425"/>
              <a:ext cx="97450" cy="97450"/>
            </a:xfrm>
            <a:custGeom>
              <a:rect b="b" l="l" r="r" t="t"/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9" name="Google Shape;369;p40"/>
          <p:cNvSpPr/>
          <p:nvPr/>
        </p:nvSpPr>
        <p:spPr>
          <a:xfrm>
            <a:off x="2153819" y="564824"/>
            <a:ext cx="267421" cy="307776"/>
          </a:xfrm>
          <a:custGeom>
            <a:rect b="b" l="l" r="r" t="t"/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40"/>
          <p:cNvSpPr/>
          <p:nvPr/>
        </p:nvSpPr>
        <p:spPr>
          <a:xfrm>
            <a:off x="2690052" y="565768"/>
            <a:ext cx="230823" cy="305888"/>
          </a:xfrm>
          <a:custGeom>
            <a:rect b="b" l="l" r="r" t="t"/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1" name="Google Shape;371;p40"/>
          <p:cNvGrpSpPr/>
          <p:nvPr/>
        </p:nvGrpSpPr>
        <p:grpSpPr>
          <a:xfrm>
            <a:off x="3686947" y="542768"/>
            <a:ext cx="308720" cy="351868"/>
            <a:chOff x="4630125" y="278900"/>
            <a:chExt cx="400675" cy="456675"/>
          </a:xfrm>
        </p:grpSpPr>
        <p:sp>
          <p:nvSpPr>
            <p:cNvPr id="372" name="Google Shape;372;p40"/>
            <p:cNvSpPr/>
            <p:nvPr/>
          </p:nvSpPr>
          <p:spPr>
            <a:xfrm>
              <a:off x="4659350" y="3288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0"/>
            <p:cNvSpPr/>
            <p:nvPr/>
          </p:nvSpPr>
          <p:spPr>
            <a:xfrm>
              <a:off x="4630125" y="452425"/>
              <a:ext cx="371450" cy="96850"/>
            </a:xfrm>
            <a:custGeom>
              <a:rect b="b" l="l" r="r" t="t"/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0"/>
            <p:cNvSpPr/>
            <p:nvPr/>
          </p:nvSpPr>
          <p:spPr>
            <a:xfrm>
              <a:off x="4808525" y="278900"/>
              <a:ext cx="43875" cy="49950"/>
            </a:xfrm>
            <a:custGeom>
              <a:rect b="b" l="l" r="r" t="t"/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4808525" y="549250"/>
              <a:ext cx="43875" cy="186325"/>
            </a:xfrm>
            <a:custGeom>
              <a:rect b="b" l="l" r="r" t="t"/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40"/>
          <p:cNvSpPr/>
          <p:nvPr/>
        </p:nvSpPr>
        <p:spPr>
          <a:xfrm>
            <a:off x="4182384" y="564362"/>
            <a:ext cx="353756" cy="308701"/>
          </a:xfrm>
          <a:custGeom>
            <a:rect b="b" l="l" r="r" t="t"/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7" name="Google Shape;377;p40"/>
          <p:cNvGrpSpPr/>
          <p:nvPr/>
        </p:nvGrpSpPr>
        <p:grpSpPr>
          <a:xfrm>
            <a:off x="578924" y="1043805"/>
            <a:ext cx="314325" cy="383304"/>
            <a:chOff x="596350" y="929175"/>
            <a:chExt cx="407950" cy="497475"/>
          </a:xfrm>
        </p:grpSpPr>
        <p:sp>
          <p:nvSpPr>
            <p:cNvPr id="378" name="Google Shape;378;p40"/>
            <p:cNvSpPr/>
            <p:nvPr/>
          </p:nvSpPr>
          <p:spPr>
            <a:xfrm>
              <a:off x="5963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6267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688900" y="1256150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688900" y="12013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688900" y="1145950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688900" y="1090525"/>
              <a:ext cx="255750" cy="25"/>
            </a:xfrm>
            <a:custGeom>
              <a:rect b="b" l="l" r="r" t="t"/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9202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40"/>
          <p:cNvGrpSpPr/>
          <p:nvPr/>
        </p:nvGrpSpPr>
        <p:grpSpPr>
          <a:xfrm>
            <a:off x="1609602" y="1099647"/>
            <a:ext cx="319989" cy="273990"/>
            <a:chOff x="1934025" y="1001650"/>
            <a:chExt cx="415300" cy="355600"/>
          </a:xfrm>
        </p:grpSpPr>
        <p:sp>
          <p:nvSpPr>
            <p:cNvPr id="386" name="Google Shape;386;p40"/>
            <p:cNvSpPr/>
            <p:nvPr/>
          </p:nvSpPr>
          <p:spPr>
            <a:xfrm>
              <a:off x="1934025" y="1303650"/>
              <a:ext cx="207650" cy="53600"/>
            </a:xfrm>
            <a:custGeom>
              <a:rect b="b" l="l" r="r" t="t"/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2141650" y="1303650"/>
              <a:ext cx="207675" cy="53600"/>
            </a:xfrm>
            <a:custGeom>
              <a:rect b="b" l="l" r="r" t="t"/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0"/>
            <p:cNvSpPr/>
            <p:nvPr/>
          </p:nvSpPr>
          <p:spPr>
            <a:xfrm>
              <a:off x="1934025" y="1001650"/>
              <a:ext cx="207650" cy="331250"/>
            </a:xfrm>
            <a:custGeom>
              <a:rect b="b" l="l" r="r" t="t"/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0"/>
            <p:cNvSpPr/>
            <p:nvPr/>
          </p:nvSpPr>
          <p:spPr>
            <a:xfrm>
              <a:off x="2141650" y="1001650"/>
              <a:ext cx="207675" cy="331250"/>
            </a:xfrm>
            <a:custGeom>
              <a:rect b="b" l="l" r="r" t="t"/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0" name="Google Shape;390;p40"/>
          <p:cNvSpPr/>
          <p:nvPr/>
        </p:nvSpPr>
        <p:spPr>
          <a:xfrm>
            <a:off x="2126620" y="1076649"/>
            <a:ext cx="321838" cy="319969"/>
          </a:xfrm>
          <a:custGeom>
            <a:rect b="b" l="l" r="r" t="t"/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0"/>
          <p:cNvSpPr/>
          <p:nvPr/>
        </p:nvSpPr>
        <p:spPr>
          <a:xfrm>
            <a:off x="2645016" y="1092598"/>
            <a:ext cx="320913" cy="288071"/>
          </a:xfrm>
          <a:custGeom>
            <a:rect b="b" l="l" r="r" t="t"/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0"/>
          <p:cNvSpPr/>
          <p:nvPr/>
        </p:nvSpPr>
        <p:spPr>
          <a:xfrm>
            <a:off x="3167630" y="1094948"/>
            <a:ext cx="311532" cy="283371"/>
          </a:xfrm>
          <a:custGeom>
            <a:rect b="b" l="l" r="r" t="t"/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0"/>
          <p:cNvSpPr/>
          <p:nvPr/>
        </p:nvSpPr>
        <p:spPr>
          <a:xfrm>
            <a:off x="3695888" y="1097761"/>
            <a:ext cx="290883" cy="277746"/>
          </a:xfrm>
          <a:custGeom>
            <a:rect b="b" l="l" r="r" t="t"/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4" name="Google Shape;394;p40"/>
          <p:cNvGrpSpPr/>
          <p:nvPr/>
        </p:nvGrpSpPr>
        <p:grpSpPr>
          <a:xfrm>
            <a:off x="4198771" y="1078997"/>
            <a:ext cx="320913" cy="321376"/>
            <a:chOff x="5294400" y="974850"/>
            <a:chExt cx="416500" cy="417100"/>
          </a:xfrm>
        </p:grpSpPr>
        <p:sp>
          <p:nvSpPr>
            <p:cNvPr id="395" name="Google Shape;395;p40"/>
            <p:cNvSpPr/>
            <p:nvPr/>
          </p:nvSpPr>
          <p:spPr>
            <a:xfrm>
              <a:off x="5325450" y="997975"/>
              <a:ext cx="151650" cy="154700"/>
            </a:xfrm>
            <a:custGeom>
              <a:rect b="b" l="l" r="r" t="t"/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5294400" y="974850"/>
              <a:ext cx="416500" cy="417100"/>
            </a:xfrm>
            <a:custGeom>
              <a:rect b="b" l="l" r="r" t="t"/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40"/>
          <p:cNvGrpSpPr/>
          <p:nvPr/>
        </p:nvGrpSpPr>
        <p:grpSpPr>
          <a:xfrm>
            <a:off x="4678234" y="1042880"/>
            <a:ext cx="397848" cy="387523"/>
            <a:chOff x="5916675" y="927975"/>
            <a:chExt cx="516350" cy="502950"/>
          </a:xfrm>
        </p:grpSpPr>
        <p:sp>
          <p:nvSpPr>
            <p:cNvPr id="398" name="Google Shape;398;p40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0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40"/>
          <p:cNvGrpSpPr/>
          <p:nvPr/>
        </p:nvGrpSpPr>
        <p:grpSpPr>
          <a:xfrm>
            <a:off x="554518" y="1638207"/>
            <a:ext cx="358437" cy="242091"/>
            <a:chOff x="564675" y="1700625"/>
            <a:chExt cx="465200" cy="314200"/>
          </a:xfrm>
        </p:grpSpPr>
        <p:sp>
          <p:nvSpPr>
            <p:cNvPr id="401" name="Google Shape;401;p40"/>
            <p:cNvSpPr/>
            <p:nvPr/>
          </p:nvSpPr>
          <p:spPr>
            <a:xfrm>
              <a:off x="564675" y="1700625"/>
              <a:ext cx="465200" cy="29250"/>
            </a:xfrm>
            <a:custGeom>
              <a:rect b="b" l="l" r="r" t="t"/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564675" y="1732300"/>
              <a:ext cx="465200" cy="272175"/>
            </a:xfrm>
            <a:custGeom>
              <a:rect b="b" l="l" r="r" t="t"/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572600" y="201420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40"/>
          <p:cNvGrpSpPr/>
          <p:nvPr/>
        </p:nvGrpSpPr>
        <p:grpSpPr>
          <a:xfrm>
            <a:off x="1072448" y="1579090"/>
            <a:ext cx="358437" cy="350943"/>
            <a:chOff x="1236875" y="1623900"/>
            <a:chExt cx="465200" cy="455475"/>
          </a:xfrm>
        </p:grpSpPr>
        <p:sp>
          <p:nvSpPr>
            <p:cNvPr id="405" name="Google Shape;405;p40"/>
            <p:cNvSpPr/>
            <p:nvPr/>
          </p:nvSpPr>
          <p:spPr>
            <a:xfrm>
              <a:off x="1236875" y="1623900"/>
              <a:ext cx="465200" cy="445125"/>
            </a:xfrm>
            <a:custGeom>
              <a:rect b="b" l="l" r="r" t="t"/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0"/>
            <p:cNvSpPr/>
            <p:nvPr/>
          </p:nvSpPr>
          <p:spPr>
            <a:xfrm>
              <a:off x="1244800" y="2078750"/>
              <a:ext cx="449375" cy="625"/>
            </a:xfrm>
            <a:custGeom>
              <a:rect b="b" l="l" r="r" t="t"/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0"/>
            <p:cNvSpPr/>
            <p:nvPr/>
          </p:nvSpPr>
          <p:spPr>
            <a:xfrm>
              <a:off x="1236875" y="1791950"/>
              <a:ext cx="465200" cy="171725"/>
            </a:xfrm>
            <a:custGeom>
              <a:rect b="b" l="l" r="r" t="t"/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0"/>
            <p:cNvSpPr/>
            <p:nvPr/>
          </p:nvSpPr>
          <p:spPr>
            <a:xfrm>
              <a:off x="1330025" y="1750550"/>
              <a:ext cx="278900" cy="110850"/>
            </a:xfrm>
            <a:custGeom>
              <a:rect b="b" l="l" r="r" t="t"/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1402500" y="18102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1402500" y="1844325"/>
              <a:ext cx="133975" cy="25"/>
            </a:xfrm>
            <a:custGeom>
              <a:rect b="b" l="l" r="r" t="t"/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1402500" y="1878425"/>
              <a:ext cx="85250" cy="25"/>
            </a:xfrm>
            <a:custGeom>
              <a:rect b="b" l="l" r="r" t="t"/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40"/>
          <p:cNvGrpSpPr/>
          <p:nvPr/>
        </p:nvGrpSpPr>
        <p:grpSpPr>
          <a:xfrm>
            <a:off x="1601628" y="1586603"/>
            <a:ext cx="335938" cy="335919"/>
            <a:chOff x="1923675" y="1633650"/>
            <a:chExt cx="436000" cy="435975"/>
          </a:xfrm>
        </p:grpSpPr>
        <p:sp>
          <p:nvSpPr>
            <p:cNvPr id="413" name="Google Shape;413;p40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0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0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0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" name="Google Shape;419;p40"/>
          <p:cNvGrpSpPr/>
          <p:nvPr/>
        </p:nvGrpSpPr>
        <p:grpSpPr>
          <a:xfrm>
            <a:off x="2118152" y="1585197"/>
            <a:ext cx="338731" cy="338731"/>
            <a:chOff x="2594050" y="1631825"/>
            <a:chExt cx="439625" cy="439625"/>
          </a:xfrm>
        </p:grpSpPr>
        <p:sp>
          <p:nvSpPr>
            <p:cNvPr id="420" name="Google Shape;420;p40"/>
            <p:cNvSpPr/>
            <p:nvPr/>
          </p:nvSpPr>
          <p:spPr>
            <a:xfrm>
              <a:off x="2594050" y="1883300"/>
              <a:ext cx="188175" cy="188150"/>
            </a:xfrm>
            <a:custGeom>
              <a:rect b="b" l="l" r="r" t="t"/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0"/>
            <p:cNvSpPr/>
            <p:nvPr/>
          </p:nvSpPr>
          <p:spPr>
            <a:xfrm>
              <a:off x="2857700" y="1631825"/>
              <a:ext cx="175975" cy="176000"/>
            </a:xfrm>
            <a:custGeom>
              <a:rect b="b" l="l" r="r" t="t"/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0"/>
            <p:cNvSpPr/>
            <p:nvPr/>
          </p:nvSpPr>
          <p:spPr>
            <a:xfrm>
              <a:off x="2662850" y="1699400"/>
              <a:ext cx="303250" cy="303250"/>
            </a:xfrm>
            <a:custGeom>
              <a:rect b="b" l="l" r="r" t="t"/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2801675" y="1740825"/>
              <a:ext cx="49950" cy="49950"/>
            </a:xfrm>
            <a:custGeom>
              <a:rect b="b" l="l" r="r" t="t"/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4" name="Google Shape;424;p40"/>
          <p:cNvSpPr/>
          <p:nvPr/>
        </p:nvSpPr>
        <p:spPr>
          <a:xfrm>
            <a:off x="2651103" y="1600205"/>
            <a:ext cx="308720" cy="308720"/>
          </a:xfrm>
          <a:custGeom>
            <a:rect b="b" l="l" r="r" t="t"/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40"/>
          <p:cNvGrpSpPr/>
          <p:nvPr/>
        </p:nvGrpSpPr>
        <p:grpSpPr>
          <a:xfrm>
            <a:off x="3185911" y="1559866"/>
            <a:ext cx="274934" cy="389391"/>
            <a:chOff x="3979850" y="1598950"/>
            <a:chExt cx="356825" cy="505375"/>
          </a:xfrm>
        </p:grpSpPr>
        <p:sp>
          <p:nvSpPr>
            <p:cNvPr id="426" name="Google Shape;426;p40"/>
            <p:cNvSpPr/>
            <p:nvPr/>
          </p:nvSpPr>
          <p:spPr>
            <a:xfrm>
              <a:off x="3979850" y="1602600"/>
              <a:ext cx="44475" cy="501725"/>
            </a:xfrm>
            <a:custGeom>
              <a:rect b="b" l="l" r="r" t="t"/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>
              <a:off x="4037075" y="1598950"/>
              <a:ext cx="299600" cy="228950"/>
            </a:xfrm>
            <a:custGeom>
              <a:rect b="b" l="l" r="r" t="t"/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8" name="Google Shape;428;p40"/>
          <p:cNvGrpSpPr/>
          <p:nvPr/>
        </p:nvGrpSpPr>
        <p:grpSpPr>
          <a:xfrm>
            <a:off x="3660211" y="1643369"/>
            <a:ext cx="362193" cy="222386"/>
            <a:chOff x="4595425" y="1707325"/>
            <a:chExt cx="470075" cy="288625"/>
          </a:xfrm>
        </p:grpSpPr>
        <p:sp>
          <p:nvSpPr>
            <p:cNvPr id="429" name="Google Shape;429;p40"/>
            <p:cNvSpPr/>
            <p:nvPr/>
          </p:nvSpPr>
          <p:spPr>
            <a:xfrm>
              <a:off x="4809750" y="17073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502407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4628900" y="1760300"/>
              <a:ext cx="403100" cy="177825"/>
            </a:xfrm>
            <a:custGeom>
              <a:rect b="b" l="l" r="r" t="t"/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4595425" y="1761525"/>
              <a:ext cx="41425" cy="41425"/>
            </a:xfrm>
            <a:custGeom>
              <a:rect b="b" l="l" r="r" t="t"/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4667275" y="1951475"/>
              <a:ext cx="326375" cy="44475"/>
            </a:xfrm>
            <a:custGeom>
              <a:rect b="b" l="l" r="r" t="t"/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4" name="Google Shape;434;p40"/>
          <p:cNvGrpSpPr/>
          <p:nvPr/>
        </p:nvGrpSpPr>
        <p:grpSpPr>
          <a:xfrm>
            <a:off x="4195497" y="1588953"/>
            <a:ext cx="327482" cy="331219"/>
            <a:chOff x="5290150" y="1636700"/>
            <a:chExt cx="425025" cy="429875"/>
          </a:xfrm>
        </p:grpSpPr>
        <p:sp>
          <p:nvSpPr>
            <p:cNvPr id="435" name="Google Shape;435;p40"/>
            <p:cNvSpPr/>
            <p:nvPr/>
          </p:nvSpPr>
          <p:spPr>
            <a:xfrm>
              <a:off x="5396700" y="1939925"/>
              <a:ext cx="211900" cy="126650"/>
            </a:xfrm>
            <a:custGeom>
              <a:rect b="b" l="l" r="r" t="t"/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5290150" y="1636700"/>
              <a:ext cx="425025" cy="294100"/>
            </a:xfrm>
            <a:custGeom>
              <a:rect b="b" l="l" r="r" t="t"/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40"/>
          <p:cNvGrpSpPr/>
          <p:nvPr/>
        </p:nvGrpSpPr>
        <p:grpSpPr>
          <a:xfrm>
            <a:off x="4712483" y="1579090"/>
            <a:ext cx="329350" cy="345319"/>
            <a:chOff x="5961125" y="1623900"/>
            <a:chExt cx="427450" cy="448175"/>
          </a:xfrm>
        </p:grpSpPr>
        <p:sp>
          <p:nvSpPr>
            <p:cNvPr id="438" name="Google Shape;438;p40"/>
            <p:cNvSpPr/>
            <p:nvPr/>
          </p:nvSpPr>
          <p:spPr>
            <a:xfrm>
              <a:off x="5961125" y="1678700"/>
              <a:ext cx="376925" cy="376925"/>
            </a:xfrm>
            <a:custGeom>
              <a:rect b="b" l="l" r="r" t="t"/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6009825" y="1727425"/>
              <a:ext cx="279500" cy="279500"/>
            </a:xfrm>
            <a:custGeom>
              <a:rect b="b" l="l" r="r" t="t"/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6107250" y="1824850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6058550" y="1776125"/>
              <a:ext cx="182075" cy="182075"/>
            </a:xfrm>
            <a:custGeom>
              <a:rect b="b" l="l" r="r" t="t"/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>
              <a:off x="5971475" y="2001400"/>
              <a:ext cx="74925" cy="70675"/>
            </a:xfrm>
            <a:custGeom>
              <a:rect b="b" l="l" r="r" t="t"/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6253375" y="2001400"/>
              <a:ext cx="74325" cy="70675"/>
            </a:xfrm>
            <a:custGeom>
              <a:rect b="b" l="l" r="r" t="t"/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6137700" y="1623900"/>
              <a:ext cx="250875" cy="255150"/>
            </a:xfrm>
            <a:custGeom>
              <a:rect b="b" l="l" r="r" t="t"/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" name="Google Shape;445;p40"/>
          <p:cNvGrpSpPr/>
          <p:nvPr/>
        </p:nvGrpSpPr>
        <p:grpSpPr>
          <a:xfrm>
            <a:off x="5219144" y="1588009"/>
            <a:ext cx="351868" cy="333106"/>
            <a:chOff x="6618700" y="1635475"/>
            <a:chExt cx="456675" cy="432325"/>
          </a:xfrm>
        </p:grpSpPr>
        <p:sp>
          <p:nvSpPr>
            <p:cNvPr id="446" name="Google Shape;446;p40"/>
            <p:cNvSpPr/>
            <p:nvPr/>
          </p:nvSpPr>
          <p:spPr>
            <a:xfrm>
              <a:off x="6663775" y="1904000"/>
              <a:ext cx="117525" cy="163800"/>
            </a:xfrm>
            <a:custGeom>
              <a:rect b="b" l="l" r="r" t="t"/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7046125" y="1775525"/>
              <a:ext cx="29250" cy="99275"/>
            </a:xfrm>
            <a:custGeom>
              <a:rect b="b" l="l" r="r" t="t"/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6618700" y="1751775"/>
              <a:ext cx="96850" cy="146750"/>
            </a:xfrm>
            <a:custGeom>
              <a:rect b="b" l="l" r="r" t="t"/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>
              <a:off x="6721600" y="1660450"/>
              <a:ext cx="278900" cy="329425"/>
            </a:xfrm>
            <a:custGeom>
              <a:rect b="b" l="l" r="r" t="t"/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7006550" y="1635475"/>
              <a:ext cx="34750" cy="378750"/>
            </a:xfrm>
            <a:custGeom>
              <a:rect b="b" l="l" r="r" t="t"/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40"/>
          <p:cNvGrpSpPr/>
          <p:nvPr/>
        </p:nvGrpSpPr>
        <p:grpSpPr>
          <a:xfrm>
            <a:off x="594392" y="2122832"/>
            <a:ext cx="278690" cy="299320"/>
            <a:chOff x="616425" y="2329600"/>
            <a:chExt cx="361700" cy="388475"/>
          </a:xfrm>
        </p:grpSpPr>
        <p:sp>
          <p:nvSpPr>
            <p:cNvPr id="452" name="Google Shape;452;p40"/>
            <p:cNvSpPr/>
            <p:nvPr/>
          </p:nvSpPr>
          <p:spPr>
            <a:xfrm>
              <a:off x="616425" y="2329600"/>
              <a:ext cx="361700" cy="388475"/>
            </a:xfrm>
            <a:custGeom>
              <a:rect b="b" l="l" r="r" t="t"/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704725" y="2545750"/>
              <a:ext cx="185125" cy="25"/>
            </a:xfrm>
            <a:custGeom>
              <a:rect b="b" l="l" r="r" t="t"/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811875" y="2626125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751000" y="2568275"/>
              <a:ext cx="54200" cy="53600"/>
            </a:xfrm>
            <a:custGeom>
              <a:rect b="b" l="l" r="r" t="t"/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769875" y="2662650"/>
              <a:ext cx="23775" cy="23775"/>
            </a:xfrm>
            <a:custGeom>
              <a:rect b="b" l="l" r="r" t="t"/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799700" y="2503125"/>
              <a:ext cx="24375" cy="23775"/>
            </a:xfrm>
            <a:custGeom>
              <a:rect b="b" l="l" r="r" t="t"/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766825" y="2388050"/>
              <a:ext cx="60925" cy="25"/>
            </a:xfrm>
            <a:custGeom>
              <a:rect b="b" l="l" r="r" t="t"/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769875" y="2456250"/>
              <a:ext cx="31075" cy="31075"/>
            </a:xfrm>
            <a:custGeom>
              <a:rect b="b" l="l" r="r" t="t"/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40"/>
          <p:cNvGrpSpPr/>
          <p:nvPr/>
        </p:nvGrpSpPr>
        <p:grpSpPr>
          <a:xfrm>
            <a:off x="1104829" y="2125645"/>
            <a:ext cx="293695" cy="293695"/>
            <a:chOff x="1278900" y="2333250"/>
            <a:chExt cx="381175" cy="381175"/>
          </a:xfrm>
        </p:grpSpPr>
        <p:sp>
          <p:nvSpPr>
            <p:cNvPr id="461" name="Google Shape;461;p40"/>
            <p:cNvSpPr/>
            <p:nvPr/>
          </p:nvSpPr>
          <p:spPr>
            <a:xfrm>
              <a:off x="1278900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15254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13696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1369600" y="2604200"/>
              <a:ext cx="199750" cy="40825"/>
            </a:xfrm>
            <a:custGeom>
              <a:rect b="b" l="l" r="r" t="t"/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40"/>
          <p:cNvGrpSpPr/>
          <p:nvPr/>
        </p:nvGrpSpPr>
        <p:grpSpPr>
          <a:xfrm>
            <a:off x="1622739" y="2125645"/>
            <a:ext cx="293715" cy="293695"/>
            <a:chOff x="1951075" y="2333250"/>
            <a:chExt cx="381200" cy="381175"/>
          </a:xfrm>
        </p:grpSpPr>
        <p:sp>
          <p:nvSpPr>
            <p:cNvPr id="466" name="Google Shape;466;p40"/>
            <p:cNvSpPr/>
            <p:nvPr/>
          </p:nvSpPr>
          <p:spPr>
            <a:xfrm>
              <a:off x="1951075" y="2333250"/>
              <a:ext cx="381200" cy="381175"/>
            </a:xfrm>
            <a:custGeom>
              <a:rect b="b" l="l" r="r" t="t"/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21976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20418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2041800" y="2584100"/>
              <a:ext cx="199750" cy="41425"/>
            </a:xfrm>
            <a:custGeom>
              <a:rect b="b" l="l" r="r" t="t"/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40"/>
          <p:cNvGrpSpPr/>
          <p:nvPr/>
        </p:nvGrpSpPr>
        <p:grpSpPr>
          <a:xfrm>
            <a:off x="2140670" y="2125645"/>
            <a:ext cx="293695" cy="293695"/>
            <a:chOff x="2623275" y="2333250"/>
            <a:chExt cx="381175" cy="381175"/>
          </a:xfrm>
        </p:grpSpPr>
        <p:sp>
          <p:nvSpPr>
            <p:cNvPr id="471" name="Google Shape;471;p40"/>
            <p:cNvSpPr/>
            <p:nvPr/>
          </p:nvSpPr>
          <p:spPr>
            <a:xfrm>
              <a:off x="2623275" y="2333250"/>
              <a:ext cx="381175" cy="381175"/>
            </a:xfrm>
            <a:custGeom>
              <a:rect b="b" l="l" r="r" t="t"/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0"/>
            <p:cNvSpPr/>
            <p:nvPr/>
          </p:nvSpPr>
          <p:spPr>
            <a:xfrm>
              <a:off x="2869875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2714000" y="2503125"/>
              <a:ext cx="43875" cy="47525"/>
            </a:xfrm>
            <a:custGeom>
              <a:rect b="b" l="l" r="r" t="t"/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2810200" y="2595675"/>
              <a:ext cx="99875" cy="31075"/>
            </a:xfrm>
            <a:custGeom>
              <a:rect b="b" l="l" r="r" t="t"/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5" name="Google Shape;475;p40"/>
          <p:cNvGrpSpPr/>
          <p:nvPr/>
        </p:nvGrpSpPr>
        <p:grpSpPr>
          <a:xfrm>
            <a:off x="2727097" y="2074984"/>
            <a:ext cx="156700" cy="391279"/>
            <a:chOff x="3384375" y="2267500"/>
            <a:chExt cx="203375" cy="507825"/>
          </a:xfrm>
        </p:grpSpPr>
        <p:sp>
          <p:nvSpPr>
            <p:cNvPr id="476" name="Google Shape;476;p40"/>
            <p:cNvSpPr/>
            <p:nvPr/>
          </p:nvSpPr>
          <p:spPr>
            <a:xfrm>
              <a:off x="3384375" y="2373425"/>
              <a:ext cx="203375" cy="401900"/>
            </a:xfrm>
            <a:custGeom>
              <a:rect b="b" l="l" r="r" t="t"/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3443425" y="2267500"/>
              <a:ext cx="85275" cy="93775"/>
            </a:xfrm>
            <a:custGeom>
              <a:rect b="b" l="l" r="r" t="t"/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8" name="Google Shape;478;p40"/>
          <p:cNvGrpSpPr/>
          <p:nvPr/>
        </p:nvGrpSpPr>
        <p:grpSpPr>
          <a:xfrm>
            <a:off x="3777019" y="2124701"/>
            <a:ext cx="128558" cy="291827"/>
            <a:chOff x="4747025" y="2332025"/>
            <a:chExt cx="166850" cy="378750"/>
          </a:xfrm>
        </p:grpSpPr>
        <p:sp>
          <p:nvSpPr>
            <p:cNvPr id="479" name="Google Shape;479;p40"/>
            <p:cNvSpPr/>
            <p:nvPr/>
          </p:nvSpPr>
          <p:spPr>
            <a:xfrm>
              <a:off x="4747025" y="2427025"/>
              <a:ext cx="166850" cy="283750"/>
            </a:xfrm>
            <a:custGeom>
              <a:rect b="b" l="l" r="r" t="t"/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4792100" y="2332025"/>
              <a:ext cx="76725" cy="84050"/>
            </a:xfrm>
            <a:custGeom>
              <a:rect b="b" l="l" r="r" t="t"/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40"/>
          <p:cNvGrpSpPr/>
          <p:nvPr/>
        </p:nvGrpSpPr>
        <p:grpSpPr>
          <a:xfrm>
            <a:off x="3256758" y="2076853"/>
            <a:ext cx="133239" cy="387523"/>
            <a:chOff x="4071800" y="2269925"/>
            <a:chExt cx="172925" cy="502950"/>
          </a:xfrm>
        </p:grpSpPr>
        <p:sp>
          <p:nvSpPr>
            <p:cNvPr id="482" name="Google Shape;482;p40"/>
            <p:cNvSpPr/>
            <p:nvPr/>
          </p:nvSpPr>
          <p:spPr>
            <a:xfrm>
              <a:off x="4118075" y="2269925"/>
              <a:ext cx="80375" cy="91350"/>
            </a:xfrm>
            <a:custGeom>
              <a:rect b="b" l="l" r="r" t="t"/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4071800" y="2372825"/>
              <a:ext cx="172925" cy="400050"/>
            </a:xfrm>
            <a:custGeom>
              <a:rect b="b" l="l" r="r" t="t"/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4" name="Google Shape;484;p40"/>
          <p:cNvSpPr/>
          <p:nvPr/>
        </p:nvSpPr>
        <p:spPr>
          <a:xfrm>
            <a:off x="4212415" y="2117673"/>
            <a:ext cx="293695" cy="309645"/>
          </a:xfrm>
          <a:custGeom>
            <a:rect b="b" l="l" r="r" t="t"/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40"/>
          <p:cNvGrpSpPr/>
          <p:nvPr/>
        </p:nvGrpSpPr>
        <p:grpSpPr>
          <a:xfrm>
            <a:off x="4721401" y="2123295"/>
            <a:ext cx="317157" cy="298395"/>
            <a:chOff x="5972700" y="2330200"/>
            <a:chExt cx="411625" cy="387275"/>
          </a:xfrm>
        </p:grpSpPr>
        <p:sp>
          <p:nvSpPr>
            <p:cNvPr id="486" name="Google Shape;486;p40"/>
            <p:cNvSpPr/>
            <p:nvPr/>
          </p:nvSpPr>
          <p:spPr>
            <a:xfrm>
              <a:off x="5972700" y="2476950"/>
              <a:ext cx="98050" cy="219825"/>
            </a:xfrm>
            <a:custGeom>
              <a:rect b="b" l="l" r="r" t="t"/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6078025" y="2330200"/>
              <a:ext cx="306300" cy="387275"/>
            </a:xfrm>
            <a:custGeom>
              <a:rect b="b" l="l" r="r" t="t"/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40"/>
          <p:cNvGrpSpPr/>
          <p:nvPr/>
        </p:nvGrpSpPr>
        <p:grpSpPr>
          <a:xfrm>
            <a:off x="683538" y="2607438"/>
            <a:ext cx="100415" cy="365949"/>
            <a:chOff x="732125" y="2958550"/>
            <a:chExt cx="130325" cy="474950"/>
          </a:xfrm>
        </p:grpSpPr>
        <p:sp>
          <p:nvSpPr>
            <p:cNvPr id="489" name="Google Shape;489;p40"/>
            <p:cNvSpPr/>
            <p:nvPr/>
          </p:nvSpPr>
          <p:spPr>
            <a:xfrm>
              <a:off x="732125" y="2958550"/>
              <a:ext cx="130325" cy="474950"/>
            </a:xfrm>
            <a:custGeom>
              <a:rect b="b" l="l" r="r" t="t"/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756475" y="3090675"/>
              <a:ext cx="81625" cy="318475"/>
            </a:xfrm>
            <a:custGeom>
              <a:rect b="b" l="l" r="r" t="t"/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802750" y="312905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802750" y="31625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802750" y="319602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802750" y="32295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802750" y="3263000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802750" y="3296475"/>
              <a:ext cx="13425" cy="25"/>
            </a:xfrm>
            <a:custGeom>
              <a:rect b="b" l="l" r="r" t="t"/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7" name="Google Shape;497;p40"/>
          <p:cNvSpPr/>
          <p:nvPr/>
        </p:nvSpPr>
        <p:spPr>
          <a:xfrm>
            <a:off x="1615718" y="2592899"/>
            <a:ext cx="307776" cy="395035"/>
          </a:xfrm>
          <a:custGeom>
            <a:rect b="b" l="l" r="r" t="t"/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0"/>
          <p:cNvSpPr/>
          <p:nvPr/>
        </p:nvSpPr>
        <p:spPr>
          <a:xfrm>
            <a:off x="1137658" y="2592899"/>
            <a:ext cx="228029" cy="395035"/>
          </a:xfrm>
          <a:custGeom>
            <a:rect b="b" l="l" r="r" t="t"/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9" name="Google Shape;499;p40"/>
          <p:cNvGrpSpPr/>
          <p:nvPr/>
        </p:nvGrpSpPr>
        <p:grpSpPr>
          <a:xfrm>
            <a:off x="2109715" y="2619169"/>
            <a:ext cx="355624" cy="336863"/>
            <a:chOff x="2583100" y="2973775"/>
            <a:chExt cx="461550" cy="437200"/>
          </a:xfrm>
        </p:grpSpPr>
        <p:sp>
          <p:nvSpPr>
            <p:cNvPr id="500" name="Google Shape;500;p40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2" name="Google Shape;502;p40"/>
          <p:cNvSpPr/>
          <p:nvPr/>
        </p:nvSpPr>
        <p:spPr>
          <a:xfrm>
            <a:off x="3678051" y="2627148"/>
            <a:ext cx="326538" cy="326538"/>
          </a:xfrm>
          <a:custGeom>
            <a:rect b="b" l="l" r="r" t="t"/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3" name="Google Shape;503;p40"/>
          <p:cNvGrpSpPr/>
          <p:nvPr/>
        </p:nvGrpSpPr>
        <p:grpSpPr>
          <a:xfrm>
            <a:off x="4162654" y="2644981"/>
            <a:ext cx="398792" cy="296508"/>
            <a:chOff x="5247525" y="3007275"/>
            <a:chExt cx="517575" cy="384825"/>
          </a:xfrm>
        </p:grpSpPr>
        <p:sp>
          <p:nvSpPr>
            <p:cNvPr id="504" name="Google Shape;504;p40"/>
            <p:cNvSpPr/>
            <p:nvPr/>
          </p:nvSpPr>
          <p:spPr>
            <a:xfrm>
              <a:off x="5247525" y="3007275"/>
              <a:ext cx="348900" cy="348900"/>
            </a:xfrm>
            <a:custGeom>
              <a:rect b="b" l="l" r="r" t="t"/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5566575" y="3193575"/>
              <a:ext cx="198525" cy="198525"/>
            </a:xfrm>
            <a:custGeom>
              <a:rect b="b" l="l" r="r" t="t"/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40"/>
          <p:cNvGrpSpPr/>
          <p:nvPr/>
        </p:nvGrpSpPr>
        <p:grpSpPr>
          <a:xfrm>
            <a:off x="3164337" y="2628088"/>
            <a:ext cx="314325" cy="320913"/>
            <a:chOff x="3951850" y="2985350"/>
            <a:chExt cx="407950" cy="416500"/>
          </a:xfrm>
        </p:grpSpPr>
        <p:sp>
          <p:nvSpPr>
            <p:cNvPr id="507" name="Google Shape;507;p40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40"/>
          <p:cNvGrpSpPr/>
          <p:nvPr/>
        </p:nvGrpSpPr>
        <p:grpSpPr>
          <a:xfrm>
            <a:off x="557812" y="3168536"/>
            <a:ext cx="364061" cy="279614"/>
            <a:chOff x="568950" y="3686775"/>
            <a:chExt cx="472500" cy="362900"/>
          </a:xfrm>
        </p:grpSpPr>
        <p:sp>
          <p:nvSpPr>
            <p:cNvPr id="512" name="Google Shape;512;p40"/>
            <p:cNvSpPr/>
            <p:nvPr/>
          </p:nvSpPr>
          <p:spPr>
            <a:xfrm>
              <a:off x="568950" y="3686775"/>
              <a:ext cx="472500" cy="362900"/>
            </a:xfrm>
            <a:custGeom>
              <a:rect b="b" l="l" r="r" t="t"/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645650" y="3820725"/>
              <a:ext cx="34125" cy="34125"/>
            </a:xfrm>
            <a:custGeom>
              <a:rect b="b" l="l" r="r" t="t"/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747950" y="3753750"/>
              <a:ext cx="85275" cy="12200"/>
            </a:xfrm>
            <a:custGeom>
              <a:rect b="b" l="l" r="r" t="t"/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5" name="Google Shape;515;p40"/>
          <p:cNvSpPr/>
          <p:nvPr/>
        </p:nvSpPr>
        <p:spPr>
          <a:xfrm>
            <a:off x="4753328" y="2612143"/>
            <a:ext cx="247716" cy="356568"/>
          </a:xfrm>
          <a:custGeom>
            <a:rect b="b" l="l" r="r" t="t"/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6" name="Google Shape;516;p40"/>
          <p:cNvGrpSpPr/>
          <p:nvPr/>
        </p:nvGrpSpPr>
        <p:grpSpPr>
          <a:xfrm>
            <a:off x="1078555" y="3191997"/>
            <a:ext cx="346243" cy="232710"/>
            <a:chOff x="1244800" y="3717225"/>
            <a:chExt cx="449375" cy="302025"/>
          </a:xfrm>
        </p:grpSpPr>
        <p:sp>
          <p:nvSpPr>
            <p:cNvPr id="517" name="Google Shape;517;p40"/>
            <p:cNvSpPr/>
            <p:nvPr/>
          </p:nvSpPr>
          <p:spPr>
            <a:xfrm>
              <a:off x="1244800" y="3717225"/>
              <a:ext cx="449375" cy="302025"/>
            </a:xfrm>
            <a:custGeom>
              <a:rect b="b" l="l" r="r" t="t"/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1244800" y="379515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1244800" y="3853000"/>
              <a:ext cx="449375" cy="25"/>
            </a:xfrm>
            <a:custGeom>
              <a:rect b="b" l="l" r="r" t="t"/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1302625" y="3893800"/>
              <a:ext cx="161375" cy="25"/>
            </a:xfrm>
            <a:custGeom>
              <a:rect b="b" l="l" r="r" t="t"/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1302625" y="3933975"/>
              <a:ext cx="110250" cy="25"/>
            </a:xfrm>
            <a:custGeom>
              <a:rect b="b" l="l" r="r" t="t"/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1572975" y="3899875"/>
              <a:ext cx="62125" cy="40225"/>
            </a:xfrm>
            <a:custGeom>
              <a:rect b="b" l="l" r="r" t="t"/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3" name="Google Shape;523;p40"/>
          <p:cNvGrpSpPr/>
          <p:nvPr/>
        </p:nvGrpSpPr>
        <p:grpSpPr>
          <a:xfrm>
            <a:off x="1601165" y="3174160"/>
            <a:ext cx="336863" cy="263203"/>
            <a:chOff x="1923075" y="3694075"/>
            <a:chExt cx="437200" cy="341600"/>
          </a:xfrm>
        </p:grpSpPr>
        <p:sp>
          <p:nvSpPr>
            <p:cNvPr id="524" name="Google Shape;524;p40"/>
            <p:cNvSpPr/>
            <p:nvPr/>
          </p:nvSpPr>
          <p:spPr>
            <a:xfrm>
              <a:off x="22476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2035100" y="3983300"/>
              <a:ext cx="52400" cy="52375"/>
            </a:xfrm>
            <a:custGeom>
              <a:rect b="b" l="l" r="r" t="t"/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1923075" y="3694075"/>
              <a:ext cx="437200" cy="280100"/>
            </a:xfrm>
            <a:custGeom>
              <a:rect b="b" l="l" r="r" t="t"/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2261000" y="3781750"/>
              <a:ext cx="48725" cy="108400"/>
            </a:xfrm>
            <a:custGeom>
              <a:rect b="b" l="l" r="r" t="t"/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2225675" y="3780550"/>
              <a:ext cx="32300" cy="113875"/>
            </a:xfrm>
            <a:custGeom>
              <a:rect b="b" l="l" r="r" t="t"/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2190375" y="3779325"/>
              <a:ext cx="15850" cy="119350"/>
            </a:xfrm>
            <a:custGeom>
              <a:rect b="b" l="l" r="r" t="t"/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2154450" y="3777500"/>
              <a:ext cx="1250" cy="126050"/>
            </a:xfrm>
            <a:custGeom>
              <a:rect b="b" l="l" r="r" t="t"/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2103300" y="3776275"/>
              <a:ext cx="17075" cy="131550"/>
            </a:xfrm>
            <a:custGeom>
              <a:rect b="b" l="l" r="r" t="t"/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2051550" y="3775050"/>
              <a:ext cx="34125" cy="137025"/>
            </a:xfrm>
            <a:custGeom>
              <a:rect b="b" l="l" r="r" t="t"/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40"/>
          <p:cNvGrpSpPr/>
          <p:nvPr/>
        </p:nvGrpSpPr>
        <p:grpSpPr>
          <a:xfrm>
            <a:off x="2122370" y="3169942"/>
            <a:ext cx="330294" cy="271177"/>
            <a:chOff x="2599525" y="3688600"/>
            <a:chExt cx="428675" cy="351950"/>
          </a:xfrm>
        </p:grpSpPr>
        <p:sp>
          <p:nvSpPr>
            <p:cNvPr id="534" name="Google Shape;534;p40"/>
            <p:cNvSpPr/>
            <p:nvPr/>
          </p:nvSpPr>
          <p:spPr>
            <a:xfrm>
              <a:off x="2599525" y="3688600"/>
              <a:ext cx="428675" cy="168675"/>
            </a:xfrm>
            <a:custGeom>
              <a:rect b="b" l="l" r="r" t="t"/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2792550" y="3862125"/>
              <a:ext cx="42650" cy="23775"/>
            </a:xfrm>
            <a:custGeom>
              <a:rect b="b" l="l" r="r" t="t"/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2599525" y="3852375"/>
              <a:ext cx="428675" cy="188175"/>
            </a:xfrm>
            <a:custGeom>
              <a:rect b="b" l="l" r="r" t="t"/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40"/>
          <p:cNvGrpSpPr/>
          <p:nvPr/>
        </p:nvGrpSpPr>
        <p:grpSpPr>
          <a:xfrm>
            <a:off x="2656250" y="3151180"/>
            <a:ext cx="305908" cy="301670"/>
            <a:chOff x="3292425" y="3664250"/>
            <a:chExt cx="397025" cy="391525"/>
          </a:xfrm>
        </p:grpSpPr>
        <p:sp>
          <p:nvSpPr>
            <p:cNvPr id="538" name="Google Shape;538;p40"/>
            <p:cNvSpPr/>
            <p:nvPr/>
          </p:nvSpPr>
          <p:spPr>
            <a:xfrm>
              <a:off x="3292425" y="3680675"/>
              <a:ext cx="375100" cy="375100"/>
            </a:xfrm>
            <a:custGeom>
              <a:rect b="b" l="l" r="r" t="t"/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3504325" y="3664250"/>
              <a:ext cx="131525" cy="153450"/>
            </a:xfrm>
            <a:custGeom>
              <a:rect b="b" l="l" r="r" t="t"/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3501875" y="3749500"/>
              <a:ext cx="187575" cy="96825"/>
            </a:xfrm>
            <a:custGeom>
              <a:rect b="b" l="l" r="r" t="t"/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40"/>
          <p:cNvGrpSpPr/>
          <p:nvPr/>
        </p:nvGrpSpPr>
        <p:grpSpPr>
          <a:xfrm>
            <a:off x="3149312" y="3190110"/>
            <a:ext cx="338750" cy="245847"/>
            <a:chOff x="3932350" y="3714775"/>
            <a:chExt cx="439650" cy="319075"/>
          </a:xfrm>
        </p:grpSpPr>
        <p:sp>
          <p:nvSpPr>
            <p:cNvPr id="542" name="Google Shape;542;p40"/>
            <p:cNvSpPr/>
            <p:nvPr/>
          </p:nvSpPr>
          <p:spPr>
            <a:xfrm>
              <a:off x="3932350" y="3714775"/>
              <a:ext cx="439650" cy="319075"/>
            </a:xfrm>
            <a:custGeom>
              <a:rect b="b" l="l" r="r" t="t"/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39701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4278800" y="3862750"/>
              <a:ext cx="77350" cy="132750"/>
            </a:xfrm>
            <a:custGeom>
              <a:rect b="b" l="l" r="r" t="t"/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4073000" y="3716600"/>
              <a:ext cx="77350" cy="278900"/>
            </a:xfrm>
            <a:custGeom>
              <a:rect b="b" l="l" r="r" t="t"/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4175900" y="3787250"/>
              <a:ext cx="77350" cy="208250"/>
            </a:xfrm>
            <a:custGeom>
              <a:rect b="b" l="l" r="r" t="t"/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40"/>
          <p:cNvGrpSpPr/>
          <p:nvPr/>
        </p:nvGrpSpPr>
        <p:grpSpPr>
          <a:xfrm>
            <a:off x="3667242" y="3190110"/>
            <a:ext cx="338731" cy="245847"/>
            <a:chOff x="4604550" y="3714775"/>
            <a:chExt cx="439625" cy="319075"/>
          </a:xfrm>
        </p:grpSpPr>
        <p:sp>
          <p:nvSpPr>
            <p:cNvPr id="548" name="Google Shape;548;p40"/>
            <p:cNvSpPr/>
            <p:nvPr/>
          </p:nvSpPr>
          <p:spPr>
            <a:xfrm>
              <a:off x="4604550" y="3714775"/>
              <a:ext cx="439625" cy="319075"/>
            </a:xfrm>
            <a:custGeom>
              <a:rect b="b" l="l" r="r" t="t"/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4647175" y="3761675"/>
              <a:ext cx="354400" cy="213725"/>
            </a:xfrm>
            <a:custGeom>
              <a:rect b="b" l="l" r="r" t="t"/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0" name="Google Shape;550;p40"/>
          <p:cNvGrpSpPr/>
          <p:nvPr/>
        </p:nvGrpSpPr>
        <p:grpSpPr>
          <a:xfrm>
            <a:off x="4197365" y="3164779"/>
            <a:ext cx="323726" cy="287608"/>
            <a:chOff x="5292575" y="3681900"/>
            <a:chExt cx="420150" cy="373275"/>
          </a:xfrm>
        </p:grpSpPr>
        <p:sp>
          <p:nvSpPr>
            <p:cNvPr id="551" name="Google Shape;551;p40"/>
            <p:cNvSpPr/>
            <p:nvPr/>
          </p:nvSpPr>
          <p:spPr>
            <a:xfrm>
              <a:off x="5292575" y="3706875"/>
              <a:ext cx="420150" cy="266700"/>
            </a:xfrm>
            <a:custGeom>
              <a:rect b="b" l="l" r="r" t="t"/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5490475" y="3681900"/>
              <a:ext cx="24375" cy="25000"/>
            </a:xfrm>
            <a:custGeom>
              <a:rect b="b" l="l" r="r" t="t"/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5358350" y="3973550"/>
              <a:ext cx="60900" cy="81625"/>
            </a:xfrm>
            <a:custGeom>
              <a:rect b="b" l="l" r="r" t="t"/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40"/>
            <p:cNvSpPr/>
            <p:nvPr/>
          </p:nvSpPr>
          <p:spPr>
            <a:xfrm>
              <a:off x="5586050" y="3973550"/>
              <a:ext cx="60925" cy="81625"/>
            </a:xfrm>
            <a:custGeom>
              <a:rect b="b" l="l" r="r" t="t"/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5316925" y="3731225"/>
              <a:ext cx="371450" cy="218000"/>
            </a:xfrm>
            <a:custGeom>
              <a:rect b="b" l="l" r="r" t="t"/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5380250" y="3784800"/>
              <a:ext cx="230200" cy="115725"/>
            </a:xfrm>
            <a:custGeom>
              <a:rect b="b" l="l" r="r" t="t"/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5547700" y="3779925"/>
              <a:ext cx="68825" cy="68825"/>
            </a:xfrm>
            <a:custGeom>
              <a:rect b="b" l="l" r="r" t="t"/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696996" y="3128181"/>
            <a:ext cx="360324" cy="360324"/>
            <a:chOff x="5941025" y="3634400"/>
            <a:chExt cx="467650" cy="467650"/>
          </a:xfrm>
        </p:grpSpPr>
        <p:sp>
          <p:nvSpPr>
            <p:cNvPr id="559" name="Google Shape;559;p40"/>
            <p:cNvSpPr/>
            <p:nvPr/>
          </p:nvSpPr>
          <p:spPr>
            <a:xfrm>
              <a:off x="5941025" y="3634400"/>
              <a:ext cx="467650" cy="467650"/>
            </a:xfrm>
            <a:custGeom>
              <a:rect b="b" l="l" r="r" t="t"/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0"/>
            <p:cNvSpPr/>
            <p:nvPr/>
          </p:nvSpPr>
          <p:spPr>
            <a:xfrm>
              <a:off x="6211975" y="3753150"/>
              <a:ext cx="19525" cy="18900"/>
            </a:xfrm>
            <a:custGeom>
              <a:rect b="b" l="l" r="r" t="t"/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0"/>
            <p:cNvSpPr/>
            <p:nvPr/>
          </p:nvSpPr>
          <p:spPr>
            <a:xfrm>
              <a:off x="5943475" y="3695900"/>
              <a:ext cx="177800" cy="351350"/>
            </a:xfrm>
            <a:custGeom>
              <a:rect b="b" l="l" r="r" t="t"/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0"/>
            <p:cNvSpPr/>
            <p:nvPr/>
          </p:nvSpPr>
          <p:spPr>
            <a:xfrm>
              <a:off x="6128575" y="3695900"/>
              <a:ext cx="86475" cy="47525"/>
            </a:xfrm>
            <a:custGeom>
              <a:rect b="b" l="l" r="r" t="t"/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6357500" y="3940075"/>
              <a:ext cx="18900" cy="34725"/>
            </a:xfrm>
            <a:custGeom>
              <a:rect b="b" l="l" r="r" t="t"/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6202850" y="3720875"/>
              <a:ext cx="204000" cy="278875"/>
            </a:xfrm>
            <a:custGeom>
              <a:rect b="b" l="l" r="r" t="t"/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40"/>
          <p:cNvGrpSpPr/>
          <p:nvPr/>
        </p:nvGrpSpPr>
        <p:grpSpPr>
          <a:xfrm>
            <a:off x="5237925" y="3151180"/>
            <a:ext cx="314325" cy="314345"/>
            <a:chOff x="6643075" y="3664250"/>
            <a:chExt cx="407950" cy="407975"/>
          </a:xfrm>
        </p:grpSpPr>
        <p:sp>
          <p:nvSpPr>
            <p:cNvPr id="566" name="Google Shape;566;p40"/>
            <p:cNvSpPr/>
            <p:nvPr/>
          </p:nvSpPr>
          <p:spPr>
            <a:xfrm>
              <a:off x="6794075" y="3815250"/>
              <a:ext cx="211300" cy="211300"/>
            </a:xfrm>
            <a:custGeom>
              <a:rect b="b" l="l" r="r" t="t"/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0"/>
            <p:cNvSpPr/>
            <p:nvPr/>
          </p:nvSpPr>
          <p:spPr>
            <a:xfrm>
              <a:off x="6643075" y="3664250"/>
              <a:ext cx="407950" cy="407975"/>
            </a:xfrm>
            <a:custGeom>
              <a:rect b="b" l="l" r="r" t="t"/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40"/>
          <p:cNvGrpSpPr/>
          <p:nvPr/>
        </p:nvGrpSpPr>
        <p:grpSpPr>
          <a:xfrm>
            <a:off x="563437" y="3655973"/>
            <a:ext cx="340619" cy="340600"/>
            <a:chOff x="576250" y="4319400"/>
            <a:chExt cx="442075" cy="442050"/>
          </a:xfrm>
        </p:grpSpPr>
        <p:sp>
          <p:nvSpPr>
            <p:cNvPr id="569" name="Google Shape;569;p40"/>
            <p:cNvSpPr/>
            <p:nvPr/>
          </p:nvSpPr>
          <p:spPr>
            <a:xfrm>
              <a:off x="576250" y="4319400"/>
              <a:ext cx="442075" cy="442050"/>
            </a:xfrm>
            <a:custGeom>
              <a:rect b="b" l="l" r="r" t="t"/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0"/>
            <p:cNvSpPr/>
            <p:nvPr/>
          </p:nvSpPr>
          <p:spPr>
            <a:xfrm>
              <a:off x="595725" y="4668875"/>
              <a:ext cx="73100" cy="73100"/>
            </a:xfrm>
            <a:custGeom>
              <a:rect b="b" l="l" r="r" t="t"/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0"/>
            <p:cNvSpPr/>
            <p:nvPr/>
          </p:nvSpPr>
          <p:spPr>
            <a:xfrm>
              <a:off x="652350" y="4711500"/>
              <a:ext cx="46925" cy="46925"/>
            </a:xfrm>
            <a:custGeom>
              <a:rect b="b" l="l" r="r" t="t"/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0"/>
            <p:cNvSpPr/>
            <p:nvPr/>
          </p:nvSpPr>
          <p:spPr>
            <a:xfrm>
              <a:off x="579300" y="4638450"/>
              <a:ext cx="46900" cy="46900"/>
            </a:xfrm>
            <a:custGeom>
              <a:rect b="b" l="l" r="r" t="t"/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40"/>
          <p:cNvSpPr/>
          <p:nvPr/>
        </p:nvSpPr>
        <p:spPr>
          <a:xfrm>
            <a:off x="1067292" y="3722127"/>
            <a:ext cx="368761" cy="208305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0"/>
          <p:cNvSpPr/>
          <p:nvPr/>
        </p:nvSpPr>
        <p:spPr>
          <a:xfrm>
            <a:off x="3167167" y="3670041"/>
            <a:ext cx="312457" cy="312476"/>
          </a:xfrm>
          <a:custGeom>
            <a:rect b="b" l="l" r="r" t="t"/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0"/>
          <p:cNvSpPr/>
          <p:nvPr/>
        </p:nvSpPr>
        <p:spPr>
          <a:xfrm>
            <a:off x="2649234" y="3689747"/>
            <a:ext cx="312457" cy="273065"/>
          </a:xfrm>
          <a:custGeom>
            <a:rect b="b" l="l" r="r" t="t"/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0"/>
          <p:cNvSpPr/>
          <p:nvPr/>
        </p:nvSpPr>
        <p:spPr>
          <a:xfrm>
            <a:off x="3683695" y="3668635"/>
            <a:ext cx="315269" cy="315289"/>
          </a:xfrm>
          <a:custGeom>
            <a:rect b="b" l="l" r="r" t="t"/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7" name="Google Shape;577;p40"/>
          <p:cNvGrpSpPr/>
          <p:nvPr/>
        </p:nvGrpSpPr>
        <p:grpSpPr>
          <a:xfrm>
            <a:off x="4178603" y="3673329"/>
            <a:ext cx="361249" cy="298395"/>
            <a:chOff x="5268225" y="4341925"/>
            <a:chExt cx="468850" cy="387275"/>
          </a:xfrm>
        </p:grpSpPr>
        <p:sp>
          <p:nvSpPr>
            <p:cNvPr id="578" name="Google Shape;578;p40"/>
            <p:cNvSpPr/>
            <p:nvPr/>
          </p:nvSpPr>
          <p:spPr>
            <a:xfrm>
              <a:off x="5652425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0"/>
            <p:cNvSpPr/>
            <p:nvPr/>
          </p:nvSpPr>
          <p:spPr>
            <a:xfrm>
              <a:off x="5287100" y="4676800"/>
              <a:ext cx="65775" cy="52400"/>
            </a:xfrm>
            <a:custGeom>
              <a:rect b="b" l="l" r="r" t="t"/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0"/>
            <p:cNvSpPr/>
            <p:nvPr/>
          </p:nvSpPr>
          <p:spPr>
            <a:xfrm>
              <a:off x="5268225" y="4341925"/>
              <a:ext cx="468850" cy="333075"/>
            </a:xfrm>
            <a:custGeom>
              <a:rect b="b" l="l" r="r" t="t"/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0"/>
            <p:cNvSpPr/>
            <p:nvPr/>
          </p:nvSpPr>
          <p:spPr>
            <a:xfrm>
              <a:off x="5351025" y="4375400"/>
              <a:ext cx="303250" cy="149825"/>
            </a:xfrm>
            <a:custGeom>
              <a:rect b="b" l="l" r="r" t="t"/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0"/>
            <p:cNvSpPr/>
            <p:nvPr/>
          </p:nvSpPr>
          <p:spPr>
            <a:xfrm>
              <a:off x="532667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5447225" y="4615925"/>
              <a:ext cx="110850" cy="25"/>
            </a:xfrm>
            <a:custGeom>
              <a:rect b="b" l="l" r="r" t="t"/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5439925" y="4589125"/>
              <a:ext cx="125450" cy="25"/>
            </a:xfrm>
            <a:custGeom>
              <a:rect b="b" l="l" r="r" t="t"/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0"/>
            <p:cNvSpPr/>
            <p:nvPr/>
          </p:nvSpPr>
          <p:spPr>
            <a:xfrm>
              <a:off x="5597625" y="4569025"/>
              <a:ext cx="81000" cy="65175"/>
            </a:xfrm>
            <a:custGeom>
              <a:rect b="b" l="l" r="r" t="t"/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6" name="Google Shape;586;p40"/>
          <p:cNvGrpSpPr/>
          <p:nvPr/>
        </p:nvGrpSpPr>
        <p:grpSpPr>
          <a:xfrm>
            <a:off x="4714833" y="3663948"/>
            <a:ext cx="324650" cy="324650"/>
            <a:chOff x="5964175" y="4329750"/>
            <a:chExt cx="421350" cy="421350"/>
          </a:xfrm>
        </p:grpSpPr>
        <p:sp>
          <p:nvSpPr>
            <p:cNvPr id="587" name="Google Shape;587;p40"/>
            <p:cNvSpPr/>
            <p:nvPr/>
          </p:nvSpPr>
          <p:spPr>
            <a:xfrm>
              <a:off x="5964175" y="4329750"/>
              <a:ext cx="421350" cy="421350"/>
            </a:xfrm>
            <a:custGeom>
              <a:rect b="b" l="l" r="r" t="t"/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0"/>
            <p:cNvSpPr/>
            <p:nvPr/>
          </p:nvSpPr>
          <p:spPr>
            <a:xfrm>
              <a:off x="6322800" y="4360800"/>
              <a:ext cx="31675" cy="30475"/>
            </a:xfrm>
            <a:custGeom>
              <a:rect b="b" l="l" r="r" t="t"/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9" name="Google Shape;589;p40"/>
          <p:cNvGrpSpPr/>
          <p:nvPr/>
        </p:nvGrpSpPr>
        <p:grpSpPr>
          <a:xfrm>
            <a:off x="1080885" y="4181878"/>
            <a:ext cx="341563" cy="330294"/>
            <a:chOff x="1247825" y="5001950"/>
            <a:chExt cx="443300" cy="428675"/>
          </a:xfrm>
        </p:grpSpPr>
        <p:sp>
          <p:nvSpPr>
            <p:cNvPr id="590" name="Google Shape;590;p40"/>
            <p:cNvSpPr/>
            <p:nvPr/>
          </p:nvSpPr>
          <p:spPr>
            <a:xfrm>
              <a:off x="1247825" y="5168175"/>
              <a:ext cx="373875" cy="221650"/>
            </a:xfrm>
            <a:custGeom>
              <a:rect b="b" l="l" r="r" t="t"/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40"/>
            <p:cNvSpPr/>
            <p:nvPr/>
          </p:nvSpPr>
          <p:spPr>
            <a:xfrm>
              <a:off x="1275850" y="5209575"/>
              <a:ext cx="60900" cy="87075"/>
            </a:xfrm>
            <a:custGeom>
              <a:rect b="b" l="l" r="r" t="t"/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40"/>
            <p:cNvSpPr/>
            <p:nvPr/>
          </p:nvSpPr>
          <p:spPr>
            <a:xfrm>
              <a:off x="1247825" y="5391625"/>
              <a:ext cx="443300" cy="39000"/>
            </a:xfrm>
            <a:custGeom>
              <a:rect b="b" l="l" r="r" t="t"/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0"/>
            <p:cNvSpPr/>
            <p:nvPr/>
          </p:nvSpPr>
          <p:spPr>
            <a:xfrm>
              <a:off x="14548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0"/>
            <p:cNvSpPr/>
            <p:nvPr/>
          </p:nvSpPr>
          <p:spPr>
            <a:xfrm>
              <a:off x="1411025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0"/>
            <p:cNvSpPr/>
            <p:nvPr/>
          </p:nvSpPr>
          <p:spPr>
            <a:xfrm>
              <a:off x="1498700" y="5001950"/>
              <a:ext cx="16450" cy="114475"/>
            </a:xfrm>
            <a:custGeom>
              <a:rect b="b" l="l" r="r" t="t"/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6" name="Google Shape;596;p40"/>
          <p:cNvGrpSpPr/>
          <p:nvPr/>
        </p:nvGrpSpPr>
        <p:grpSpPr>
          <a:xfrm>
            <a:off x="1629308" y="4165447"/>
            <a:ext cx="280578" cy="357512"/>
            <a:chOff x="1959600" y="4980625"/>
            <a:chExt cx="364150" cy="464000"/>
          </a:xfrm>
        </p:grpSpPr>
        <p:sp>
          <p:nvSpPr>
            <p:cNvPr id="597" name="Google Shape;597;p40"/>
            <p:cNvSpPr/>
            <p:nvPr/>
          </p:nvSpPr>
          <p:spPr>
            <a:xfrm>
              <a:off x="1959600" y="4980625"/>
              <a:ext cx="364150" cy="239325"/>
            </a:xfrm>
            <a:custGeom>
              <a:rect b="b" l="l" r="r" t="t"/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0"/>
            <p:cNvSpPr/>
            <p:nvPr/>
          </p:nvSpPr>
          <p:spPr>
            <a:xfrm>
              <a:off x="2053375" y="5121275"/>
              <a:ext cx="176600" cy="25"/>
            </a:xfrm>
            <a:custGeom>
              <a:rect b="b" l="l" r="r" t="t"/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2104525" y="5121275"/>
              <a:ext cx="74300" cy="323350"/>
            </a:xfrm>
            <a:custGeom>
              <a:rect b="b" l="l" r="r" t="t"/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40"/>
            <p:cNvSpPr/>
            <p:nvPr/>
          </p:nvSpPr>
          <p:spPr>
            <a:xfrm>
              <a:off x="2166625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0"/>
            <p:cNvSpPr/>
            <p:nvPr/>
          </p:nvSpPr>
          <p:spPr>
            <a:xfrm>
              <a:off x="2031450" y="5023850"/>
              <a:ext cx="85275" cy="85275"/>
            </a:xfrm>
            <a:custGeom>
              <a:rect b="b" l="l" r="r" t="t"/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0"/>
            <p:cNvSpPr/>
            <p:nvPr/>
          </p:nvSpPr>
          <p:spPr>
            <a:xfrm>
              <a:off x="19791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2178800" y="5219925"/>
              <a:ext cx="125450" cy="224700"/>
            </a:xfrm>
            <a:custGeom>
              <a:rect b="b" l="l" r="r" t="t"/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40"/>
          <p:cNvGrpSpPr/>
          <p:nvPr/>
        </p:nvGrpSpPr>
        <p:grpSpPr>
          <a:xfrm>
            <a:off x="2126608" y="4179066"/>
            <a:ext cx="321838" cy="330756"/>
            <a:chOff x="2605025" y="4998300"/>
            <a:chExt cx="417700" cy="429275"/>
          </a:xfrm>
        </p:grpSpPr>
        <p:sp>
          <p:nvSpPr>
            <p:cNvPr id="605" name="Google Shape;605;p40"/>
            <p:cNvSpPr/>
            <p:nvPr/>
          </p:nvSpPr>
          <p:spPr>
            <a:xfrm>
              <a:off x="2819350" y="5216875"/>
              <a:ext cx="202150" cy="210700"/>
            </a:xfrm>
            <a:custGeom>
              <a:rect b="b" l="l" r="r" t="t"/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0"/>
            <p:cNvSpPr/>
            <p:nvPr/>
          </p:nvSpPr>
          <p:spPr>
            <a:xfrm>
              <a:off x="2606225" y="4998300"/>
              <a:ext cx="203400" cy="207650"/>
            </a:xfrm>
            <a:custGeom>
              <a:rect b="b" l="l" r="r" t="t"/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2605025" y="5003775"/>
              <a:ext cx="417700" cy="417700"/>
            </a:xfrm>
            <a:custGeom>
              <a:rect b="b" l="l" r="r" t="t"/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8" name="Google Shape;608;p40"/>
          <p:cNvGrpSpPr/>
          <p:nvPr/>
        </p:nvGrpSpPr>
        <p:grpSpPr>
          <a:xfrm>
            <a:off x="2613102" y="4181878"/>
            <a:ext cx="384711" cy="320432"/>
            <a:chOff x="3236425" y="5001950"/>
            <a:chExt cx="499300" cy="415875"/>
          </a:xfrm>
        </p:grpSpPr>
        <p:sp>
          <p:nvSpPr>
            <p:cNvPr id="609" name="Google Shape;609;p40"/>
            <p:cNvSpPr/>
            <p:nvPr/>
          </p:nvSpPr>
          <p:spPr>
            <a:xfrm>
              <a:off x="3236425" y="5309425"/>
              <a:ext cx="499300" cy="108400"/>
            </a:xfrm>
            <a:custGeom>
              <a:rect b="b" l="l" r="r" t="t"/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3294875" y="5330725"/>
              <a:ext cx="382400" cy="25"/>
            </a:xfrm>
            <a:custGeom>
              <a:rect b="b" l="l" r="r" t="t"/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3280250" y="5162675"/>
              <a:ext cx="411625" cy="140075"/>
            </a:xfrm>
            <a:custGeom>
              <a:rect b="b" l="l" r="r" t="t"/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347145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3427600" y="5001950"/>
              <a:ext cx="17075" cy="114475"/>
            </a:xfrm>
            <a:custGeom>
              <a:rect b="b" l="l" r="r" t="t"/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40"/>
            <p:cNvSpPr/>
            <p:nvPr/>
          </p:nvSpPr>
          <p:spPr>
            <a:xfrm>
              <a:off x="3515275" y="5001950"/>
              <a:ext cx="16475" cy="114475"/>
            </a:xfrm>
            <a:custGeom>
              <a:rect b="b" l="l" r="r" t="t"/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40"/>
          <p:cNvGrpSpPr/>
          <p:nvPr/>
        </p:nvGrpSpPr>
        <p:grpSpPr>
          <a:xfrm>
            <a:off x="3176992" y="4165447"/>
            <a:ext cx="292771" cy="348593"/>
            <a:chOff x="3968275" y="4980625"/>
            <a:chExt cx="379975" cy="452425"/>
          </a:xfrm>
        </p:grpSpPr>
        <p:sp>
          <p:nvSpPr>
            <p:cNvPr id="616" name="Google Shape;616;p40"/>
            <p:cNvSpPr/>
            <p:nvPr/>
          </p:nvSpPr>
          <p:spPr>
            <a:xfrm>
              <a:off x="4168000" y="4980625"/>
              <a:ext cx="85875" cy="102325"/>
            </a:xfrm>
            <a:custGeom>
              <a:rect b="b" l="l" r="r" t="t"/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3968275" y="5043350"/>
              <a:ext cx="379975" cy="389700"/>
            </a:xfrm>
            <a:custGeom>
              <a:rect b="b" l="l" r="r" t="t"/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4031000" y="5150500"/>
              <a:ext cx="54200" cy="61525"/>
            </a:xfrm>
            <a:custGeom>
              <a:rect b="b" l="l" r="r" t="t"/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9" name="Google Shape;619;p40"/>
          <p:cNvGrpSpPr/>
          <p:nvPr/>
        </p:nvGrpSpPr>
        <p:grpSpPr>
          <a:xfrm>
            <a:off x="4694646" y="4243325"/>
            <a:ext cx="370649" cy="201755"/>
            <a:chOff x="5937975" y="5081700"/>
            <a:chExt cx="481050" cy="261850"/>
          </a:xfrm>
        </p:grpSpPr>
        <p:sp>
          <p:nvSpPr>
            <p:cNvPr id="620" name="Google Shape;620;p40"/>
            <p:cNvSpPr/>
            <p:nvPr/>
          </p:nvSpPr>
          <p:spPr>
            <a:xfrm>
              <a:off x="6104200" y="5081700"/>
              <a:ext cx="314825" cy="215575"/>
            </a:xfrm>
            <a:custGeom>
              <a:rect b="b" l="l" r="r" t="t"/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5937975" y="5210175"/>
              <a:ext cx="333700" cy="133375"/>
            </a:xfrm>
            <a:custGeom>
              <a:rect b="b" l="l" r="r" t="t"/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6352025" y="5109100"/>
              <a:ext cx="19500" cy="18900"/>
            </a:xfrm>
            <a:custGeom>
              <a:rect b="b" l="l" r="r" t="t"/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40"/>
          <p:cNvGrpSpPr/>
          <p:nvPr/>
        </p:nvGrpSpPr>
        <p:grpSpPr>
          <a:xfrm>
            <a:off x="5261368" y="4204396"/>
            <a:ext cx="266015" cy="305889"/>
            <a:chOff x="6673500" y="5031175"/>
            <a:chExt cx="345250" cy="397000"/>
          </a:xfrm>
        </p:grpSpPr>
        <p:sp>
          <p:nvSpPr>
            <p:cNvPr id="624" name="Google Shape;624;p40"/>
            <p:cNvSpPr/>
            <p:nvPr/>
          </p:nvSpPr>
          <p:spPr>
            <a:xfrm>
              <a:off x="6731950" y="5031175"/>
              <a:ext cx="105375" cy="147375"/>
            </a:xfrm>
            <a:custGeom>
              <a:rect b="b" l="l" r="r" t="t"/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6673500" y="5146850"/>
              <a:ext cx="84050" cy="116925"/>
            </a:xfrm>
            <a:custGeom>
              <a:rect b="b" l="l" r="r" t="t"/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6859225" y="5033600"/>
              <a:ext cx="105350" cy="144950"/>
            </a:xfrm>
            <a:custGeom>
              <a:rect b="b" l="l" r="r" t="t"/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6931675" y="5150500"/>
              <a:ext cx="87075" cy="115725"/>
            </a:xfrm>
            <a:custGeom>
              <a:rect b="b" l="l" r="r" t="t"/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6715525" y="5180350"/>
              <a:ext cx="263050" cy="247825"/>
            </a:xfrm>
            <a:custGeom>
              <a:rect b="b" l="l" r="r" t="t"/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40"/>
          <p:cNvGrpSpPr/>
          <p:nvPr/>
        </p:nvGrpSpPr>
        <p:grpSpPr>
          <a:xfrm>
            <a:off x="3145575" y="560123"/>
            <a:ext cx="355624" cy="317157"/>
            <a:chOff x="3927500" y="301425"/>
            <a:chExt cx="461550" cy="411625"/>
          </a:xfrm>
        </p:grpSpPr>
        <p:sp>
          <p:nvSpPr>
            <p:cNvPr id="630" name="Google Shape;630;p40"/>
            <p:cNvSpPr/>
            <p:nvPr/>
          </p:nvSpPr>
          <p:spPr>
            <a:xfrm>
              <a:off x="4080925" y="302050"/>
              <a:ext cx="154075" cy="411000"/>
            </a:xfrm>
            <a:custGeom>
              <a:rect b="b" l="l" r="r" t="t"/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3927500" y="301425"/>
              <a:ext cx="153450" cy="406150"/>
            </a:xfrm>
            <a:custGeom>
              <a:rect b="b" l="l" r="r" t="t"/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4234975" y="306925"/>
              <a:ext cx="154075" cy="405525"/>
            </a:xfrm>
            <a:custGeom>
              <a:rect b="b" l="l" r="r" t="t"/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4295850" y="442075"/>
              <a:ext cx="46300" cy="26225"/>
            </a:xfrm>
            <a:custGeom>
              <a:rect b="b" l="l" r="r" t="t"/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4296475" y="415900"/>
              <a:ext cx="45075" cy="78575"/>
            </a:xfrm>
            <a:custGeom>
              <a:rect b="b" l="l" r="r" t="t"/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3968275" y="590050"/>
              <a:ext cx="25" cy="6100"/>
            </a:xfrm>
            <a:custGeom>
              <a:rect b="b" l="l" r="r" t="t"/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3970725" y="558375"/>
              <a:ext cx="1850" cy="12200"/>
            </a:xfrm>
            <a:custGeom>
              <a:rect b="b" l="l" r="r" t="t"/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3976200" y="527325"/>
              <a:ext cx="3675" cy="12200"/>
            </a:xfrm>
            <a:custGeom>
              <a:rect b="b" l="l" r="r" t="t"/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3985950" y="498100"/>
              <a:ext cx="4875" cy="10975"/>
            </a:xfrm>
            <a:custGeom>
              <a:rect b="b" l="l" r="r" t="t"/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4000550" y="471300"/>
              <a:ext cx="7325" cy="9775"/>
            </a:xfrm>
            <a:custGeom>
              <a:rect b="b" l="l" r="r" t="t"/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4021250" y="450600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4049250" y="440250"/>
              <a:ext cx="11600" cy="2475"/>
            </a:xfrm>
            <a:custGeom>
              <a:rect b="b" l="l" r="r" t="t"/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4080325" y="439650"/>
              <a:ext cx="12200" cy="1850"/>
            </a:xfrm>
            <a:custGeom>
              <a:rect b="b" l="l" r="r" t="t"/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4110150" y="450000"/>
              <a:ext cx="9150" cy="7950"/>
            </a:xfrm>
            <a:custGeom>
              <a:rect b="b" l="l" r="r" t="t"/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4130250" y="473750"/>
              <a:ext cx="4900" cy="10975"/>
            </a:xfrm>
            <a:custGeom>
              <a:rect b="b" l="l" r="r" t="t"/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4141800" y="502975"/>
              <a:ext cx="3700" cy="11600"/>
            </a:xfrm>
            <a:custGeom>
              <a:rect b="b" l="l" r="r" t="t"/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4150950" y="533425"/>
              <a:ext cx="3675" cy="11575"/>
            </a:xfrm>
            <a:custGeom>
              <a:rect b="b" l="l" r="r" t="t"/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4160675" y="563850"/>
              <a:ext cx="4900" cy="11000"/>
            </a:xfrm>
            <a:custGeom>
              <a:rect b="b" l="l" r="r" t="t"/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4175300" y="591875"/>
              <a:ext cx="7325" cy="9150"/>
            </a:xfrm>
            <a:custGeom>
              <a:rect b="b" l="l" r="r" t="t"/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4198425" y="613175"/>
              <a:ext cx="11000" cy="4900"/>
            </a:xfrm>
            <a:custGeom>
              <a:rect b="b" l="l" r="r" t="t"/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4228275" y="621100"/>
              <a:ext cx="12200" cy="625"/>
            </a:xfrm>
            <a:custGeom>
              <a:rect b="b" l="l" r="r" t="t"/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4259925" y="616225"/>
              <a:ext cx="11600" cy="3075"/>
            </a:xfrm>
            <a:custGeom>
              <a:rect b="b" l="l" r="r" t="t"/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4289775" y="602225"/>
              <a:ext cx="10375" cy="6725"/>
            </a:xfrm>
            <a:custGeom>
              <a:rect b="b" l="l" r="r" t="t"/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4313525" y="577875"/>
              <a:ext cx="6100" cy="10375"/>
            </a:xfrm>
            <a:custGeom>
              <a:rect b="b" l="l" r="r" t="t"/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4326300" y="547425"/>
              <a:ext cx="2450" cy="12200"/>
            </a:xfrm>
            <a:custGeom>
              <a:rect b="b" l="l" r="r" t="t"/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4329350" y="515750"/>
              <a:ext cx="625" cy="12200"/>
            </a:xfrm>
            <a:custGeom>
              <a:rect b="b" l="l" r="r" t="t"/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4325075" y="488975"/>
              <a:ext cx="1250" cy="6100"/>
            </a:xfrm>
            <a:custGeom>
              <a:rect b="b" l="l" r="r" t="t"/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40"/>
          <p:cNvGrpSpPr/>
          <p:nvPr/>
        </p:nvGrpSpPr>
        <p:grpSpPr>
          <a:xfrm>
            <a:off x="5242606" y="566230"/>
            <a:ext cx="304964" cy="304964"/>
            <a:chOff x="6649150" y="309350"/>
            <a:chExt cx="395800" cy="395800"/>
          </a:xfrm>
        </p:grpSpPr>
        <p:sp>
          <p:nvSpPr>
            <p:cNvPr id="658" name="Google Shape;658;p40"/>
            <p:cNvSpPr/>
            <p:nvPr/>
          </p:nvSpPr>
          <p:spPr>
            <a:xfrm>
              <a:off x="6649150" y="309350"/>
              <a:ext cx="395800" cy="395800"/>
            </a:xfrm>
            <a:custGeom>
              <a:rect b="b" l="l" r="r" t="t"/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6673500" y="333700"/>
              <a:ext cx="347100" cy="347100"/>
            </a:xfrm>
            <a:custGeom>
              <a:rect b="b" l="l" r="r" t="t"/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6848850" y="397625"/>
              <a:ext cx="54825" cy="169300"/>
            </a:xfrm>
            <a:custGeom>
              <a:rect b="b" l="l" r="r" t="t"/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6847025" y="33370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6760575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6760575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6696650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6696650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667350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6696650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6696650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6760575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6760575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6847025" y="651550"/>
              <a:ext cx="25" cy="29250"/>
            </a:xfrm>
            <a:custGeom>
              <a:rect b="b" l="l" r="r" t="t"/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6919500" y="632675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6933500" y="65762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6972475" y="579700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6997425" y="59370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6991350" y="507225"/>
              <a:ext cx="29250" cy="25"/>
            </a:xfrm>
            <a:custGeom>
              <a:rect b="b" l="l" r="r" t="t"/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6972475" y="420775"/>
              <a:ext cx="24975" cy="14025"/>
            </a:xfrm>
            <a:custGeom>
              <a:rect b="b" l="l" r="r" t="t"/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6997425" y="420775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6919500" y="356850"/>
              <a:ext cx="14025" cy="24975"/>
            </a:xfrm>
            <a:custGeom>
              <a:rect b="b" l="l" r="r" t="t"/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6933500" y="356850"/>
              <a:ext cx="25" cy="25"/>
            </a:xfrm>
            <a:custGeom>
              <a:rect b="b" l="l" r="r" t="t"/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1" name="Google Shape;681;p40"/>
          <p:cNvGrpSpPr/>
          <p:nvPr/>
        </p:nvGrpSpPr>
        <p:grpSpPr>
          <a:xfrm>
            <a:off x="4722326" y="573261"/>
            <a:ext cx="309664" cy="293233"/>
            <a:chOff x="5973900" y="318475"/>
            <a:chExt cx="401900" cy="380575"/>
          </a:xfrm>
        </p:grpSpPr>
        <p:sp>
          <p:nvSpPr>
            <p:cNvPr id="682" name="Google Shape;682;p40"/>
            <p:cNvSpPr/>
            <p:nvPr/>
          </p:nvSpPr>
          <p:spPr>
            <a:xfrm>
              <a:off x="5973900" y="337975"/>
              <a:ext cx="401900" cy="67000"/>
            </a:xfrm>
            <a:custGeom>
              <a:rect b="b" l="l" r="r" t="t"/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6024450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6280175" y="348325"/>
              <a:ext cx="45075" cy="45075"/>
            </a:xfrm>
            <a:custGeom>
              <a:rect b="b" l="l" r="r" t="t"/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5973900" y="667375"/>
              <a:ext cx="401900" cy="31675"/>
            </a:xfrm>
            <a:custGeom>
              <a:rect b="b" l="l" r="r" t="t"/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6302700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6046975" y="318475"/>
              <a:ext cx="28650" cy="63350"/>
            </a:xfrm>
            <a:custGeom>
              <a:rect b="b" l="l" r="r" t="t"/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5973900" y="407375"/>
              <a:ext cx="401900" cy="272200"/>
            </a:xfrm>
            <a:custGeom>
              <a:rect b="b" l="l" r="r" t="t"/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6024450" y="456100"/>
              <a:ext cx="300800" cy="175375"/>
            </a:xfrm>
            <a:custGeom>
              <a:rect b="b" l="l" r="r" t="t"/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6024450" y="57300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6024450" y="514550"/>
              <a:ext cx="300800" cy="25"/>
            </a:xfrm>
            <a:custGeom>
              <a:rect b="b" l="l" r="r" t="t"/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626495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620467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6145000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6084725" y="456100"/>
              <a:ext cx="25" cy="175375"/>
            </a:xfrm>
            <a:custGeom>
              <a:rect b="b" l="l" r="r" t="t"/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6" name="Google Shape;696;p40"/>
          <p:cNvGrpSpPr/>
          <p:nvPr/>
        </p:nvGrpSpPr>
        <p:grpSpPr>
          <a:xfrm>
            <a:off x="1096854" y="1043805"/>
            <a:ext cx="314325" cy="383304"/>
            <a:chOff x="1268550" y="929175"/>
            <a:chExt cx="407950" cy="497475"/>
          </a:xfrm>
        </p:grpSpPr>
        <p:sp>
          <p:nvSpPr>
            <p:cNvPr id="697" name="Google Shape;697;p40"/>
            <p:cNvSpPr/>
            <p:nvPr/>
          </p:nvSpPr>
          <p:spPr>
            <a:xfrm>
              <a:off x="1268550" y="953550"/>
              <a:ext cx="387250" cy="473100"/>
            </a:xfrm>
            <a:custGeom>
              <a:rect b="b" l="l" r="r" t="t"/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1298975" y="929175"/>
              <a:ext cx="377525" cy="462775"/>
            </a:xfrm>
            <a:custGeom>
              <a:rect b="b" l="l" r="r" t="t"/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1592450" y="929175"/>
              <a:ext cx="84050" cy="84050"/>
            </a:xfrm>
            <a:custGeom>
              <a:rect b="b" l="l" r="r" t="t"/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Google Shape;700;p40"/>
          <p:cNvGrpSpPr/>
          <p:nvPr/>
        </p:nvGrpSpPr>
        <p:grpSpPr>
          <a:xfrm>
            <a:off x="5209301" y="1058348"/>
            <a:ext cx="371574" cy="356568"/>
            <a:chOff x="6605925" y="948050"/>
            <a:chExt cx="482250" cy="462775"/>
          </a:xfrm>
        </p:grpSpPr>
        <p:sp>
          <p:nvSpPr>
            <p:cNvPr id="701" name="Google Shape;701;p40"/>
            <p:cNvSpPr/>
            <p:nvPr/>
          </p:nvSpPr>
          <p:spPr>
            <a:xfrm>
              <a:off x="6847025" y="1209875"/>
              <a:ext cx="60325" cy="200950"/>
            </a:xfrm>
            <a:custGeom>
              <a:rect b="b" l="l" r="r" t="t"/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6605925" y="971800"/>
              <a:ext cx="482250" cy="228350"/>
            </a:xfrm>
            <a:custGeom>
              <a:rect b="b" l="l" r="r" t="t"/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6847025" y="948050"/>
              <a:ext cx="25" cy="23775"/>
            </a:xfrm>
            <a:custGeom>
              <a:rect b="b" l="l" r="r" t="t"/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6847025" y="1001025"/>
              <a:ext cx="25" cy="183900"/>
            </a:xfrm>
            <a:custGeom>
              <a:rect b="b" l="l" r="r" t="t"/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6872000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6736825" y="994325"/>
              <a:ext cx="85275" cy="190600"/>
            </a:xfrm>
            <a:custGeom>
              <a:rect b="b" l="l" r="r" t="t"/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40"/>
          <p:cNvGrpSpPr/>
          <p:nvPr/>
        </p:nvGrpSpPr>
        <p:grpSpPr>
          <a:xfrm>
            <a:off x="5296098" y="2114376"/>
            <a:ext cx="197980" cy="313882"/>
            <a:chOff x="6718575" y="2318625"/>
            <a:chExt cx="256950" cy="407375"/>
          </a:xfrm>
        </p:grpSpPr>
        <p:sp>
          <p:nvSpPr>
            <p:cNvPr id="708" name="Google Shape;708;p40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40"/>
          <p:cNvGrpSpPr/>
          <p:nvPr/>
        </p:nvGrpSpPr>
        <p:grpSpPr>
          <a:xfrm>
            <a:off x="2638894" y="2689073"/>
            <a:ext cx="333106" cy="202699"/>
            <a:chOff x="3269900" y="3064500"/>
            <a:chExt cx="432325" cy="263075"/>
          </a:xfrm>
        </p:grpSpPr>
        <p:sp>
          <p:nvSpPr>
            <p:cNvPr id="717" name="Google Shape;717;p40"/>
            <p:cNvSpPr/>
            <p:nvPr/>
          </p:nvSpPr>
          <p:spPr>
            <a:xfrm>
              <a:off x="3269900" y="3064500"/>
              <a:ext cx="432325" cy="263075"/>
            </a:xfrm>
            <a:custGeom>
              <a:rect b="b" l="l" r="r" t="t"/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3445875" y="3155825"/>
              <a:ext cx="80400" cy="80400"/>
            </a:xfrm>
            <a:custGeom>
              <a:rect b="b" l="l" r="r" t="t"/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3381925" y="3091900"/>
              <a:ext cx="208275" cy="208275"/>
            </a:xfrm>
            <a:custGeom>
              <a:rect b="b" l="l" r="r" t="t"/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40"/>
          <p:cNvGrpSpPr/>
          <p:nvPr/>
        </p:nvGrpSpPr>
        <p:grpSpPr>
          <a:xfrm>
            <a:off x="5273561" y="2627144"/>
            <a:ext cx="243035" cy="341563"/>
            <a:chOff x="6689325" y="2984125"/>
            <a:chExt cx="315425" cy="443300"/>
          </a:xfrm>
        </p:grpSpPr>
        <p:sp>
          <p:nvSpPr>
            <p:cNvPr id="721" name="Google Shape;721;p40"/>
            <p:cNvSpPr/>
            <p:nvPr/>
          </p:nvSpPr>
          <p:spPr>
            <a:xfrm>
              <a:off x="6689325" y="2984125"/>
              <a:ext cx="315425" cy="77975"/>
            </a:xfrm>
            <a:custGeom>
              <a:rect b="b" l="l" r="r" t="t"/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6702125" y="3069375"/>
              <a:ext cx="289850" cy="358050"/>
            </a:xfrm>
            <a:custGeom>
              <a:rect b="b" l="l" r="r" t="t"/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67611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684702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6932875" y="3117475"/>
              <a:ext cx="25" cy="261850"/>
            </a:xfrm>
            <a:custGeom>
              <a:rect b="b" l="l" r="r" t="t"/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6" name="Google Shape;726;p40"/>
          <p:cNvGrpSpPr/>
          <p:nvPr/>
        </p:nvGrpSpPr>
        <p:grpSpPr>
          <a:xfrm>
            <a:off x="1651363" y="3630643"/>
            <a:ext cx="235060" cy="380011"/>
            <a:chOff x="1988225" y="4286525"/>
            <a:chExt cx="305075" cy="493200"/>
          </a:xfrm>
        </p:grpSpPr>
        <p:sp>
          <p:nvSpPr>
            <p:cNvPr id="727" name="Google Shape;727;p40"/>
            <p:cNvSpPr/>
            <p:nvPr/>
          </p:nvSpPr>
          <p:spPr>
            <a:xfrm>
              <a:off x="2178800" y="4519725"/>
              <a:ext cx="114500" cy="114475"/>
            </a:xfrm>
            <a:custGeom>
              <a:rect b="b" l="l" r="r" t="t"/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1988225" y="45392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2042425" y="4286525"/>
              <a:ext cx="239300" cy="236250"/>
            </a:xfrm>
            <a:custGeom>
              <a:rect b="b" l="l" r="r" t="t"/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2161750" y="4522750"/>
              <a:ext cx="25" cy="256975"/>
            </a:xfrm>
            <a:custGeom>
              <a:rect b="b" l="l" r="r" t="t"/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2133750" y="4377850"/>
              <a:ext cx="56050" cy="56025"/>
            </a:xfrm>
            <a:custGeom>
              <a:rect b="b" l="l" r="r" t="t"/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2038150" y="45891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2194025" y="4564150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40"/>
          <p:cNvGrpSpPr/>
          <p:nvPr/>
        </p:nvGrpSpPr>
        <p:grpSpPr>
          <a:xfrm>
            <a:off x="2150050" y="3657379"/>
            <a:ext cx="283852" cy="359380"/>
            <a:chOff x="2635450" y="4321225"/>
            <a:chExt cx="368400" cy="466425"/>
          </a:xfrm>
        </p:grpSpPr>
        <p:sp>
          <p:nvSpPr>
            <p:cNvPr id="735" name="Google Shape;735;p40"/>
            <p:cNvSpPr/>
            <p:nvPr/>
          </p:nvSpPr>
          <p:spPr>
            <a:xfrm>
              <a:off x="2635450" y="4653050"/>
              <a:ext cx="368400" cy="134600"/>
            </a:xfrm>
            <a:custGeom>
              <a:rect b="b" l="l" r="r" t="t"/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2819350" y="4321225"/>
              <a:ext cx="25" cy="347075"/>
            </a:xfrm>
            <a:custGeom>
              <a:rect b="b" l="l" r="r" t="t"/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2835175" y="4328525"/>
              <a:ext cx="114475" cy="114500"/>
            </a:xfrm>
            <a:custGeom>
              <a:rect b="b" l="l" r="r" t="t"/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2850400" y="4372975"/>
              <a:ext cx="54825" cy="54825"/>
            </a:xfrm>
            <a:custGeom>
              <a:rect b="b" l="l" r="r" t="t"/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2646425" y="4429600"/>
              <a:ext cx="156500" cy="156500"/>
            </a:xfrm>
            <a:custGeom>
              <a:rect b="b" l="l" r="r" t="t"/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2696350" y="4479525"/>
              <a:ext cx="87100" cy="87100"/>
            </a:xfrm>
            <a:custGeom>
              <a:rect b="b" l="l" r="r" t="t"/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40"/>
          <p:cNvGrpSpPr/>
          <p:nvPr/>
        </p:nvGrpSpPr>
        <p:grpSpPr>
          <a:xfrm>
            <a:off x="5237925" y="3648461"/>
            <a:ext cx="314325" cy="351868"/>
            <a:chOff x="6643075" y="4309650"/>
            <a:chExt cx="407950" cy="456675"/>
          </a:xfrm>
        </p:grpSpPr>
        <p:sp>
          <p:nvSpPr>
            <p:cNvPr id="742" name="Google Shape;742;p40"/>
            <p:cNvSpPr/>
            <p:nvPr/>
          </p:nvSpPr>
          <p:spPr>
            <a:xfrm>
              <a:off x="6643075" y="4698125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0"/>
            <p:cNvSpPr/>
            <p:nvPr/>
          </p:nvSpPr>
          <p:spPr>
            <a:xfrm>
              <a:off x="6643075" y="472735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0"/>
            <p:cNvSpPr/>
            <p:nvPr/>
          </p:nvSpPr>
          <p:spPr>
            <a:xfrm>
              <a:off x="6643075" y="4751700"/>
              <a:ext cx="407950" cy="14625"/>
            </a:xfrm>
            <a:custGeom>
              <a:rect b="b" l="l" r="r" t="t"/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40"/>
            <p:cNvSpPr/>
            <p:nvPr/>
          </p:nvSpPr>
          <p:spPr>
            <a:xfrm>
              <a:off x="6672900" y="4309650"/>
              <a:ext cx="348900" cy="376300"/>
            </a:xfrm>
            <a:custGeom>
              <a:rect b="b" l="l" r="r" t="t"/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0"/>
            <p:cNvSpPr/>
            <p:nvPr/>
          </p:nvSpPr>
          <p:spPr>
            <a:xfrm>
              <a:off x="6805625" y="4452725"/>
              <a:ext cx="15850" cy="28050"/>
            </a:xfrm>
            <a:custGeom>
              <a:rect b="b" l="l" r="r" t="t"/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0"/>
            <p:cNvSpPr/>
            <p:nvPr/>
          </p:nvSpPr>
          <p:spPr>
            <a:xfrm>
              <a:off x="6872600" y="4452725"/>
              <a:ext cx="15875" cy="28050"/>
            </a:xfrm>
            <a:custGeom>
              <a:rect b="b" l="l" r="r" t="t"/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0"/>
            <p:cNvSpPr/>
            <p:nvPr/>
          </p:nvSpPr>
          <p:spPr>
            <a:xfrm>
              <a:off x="6709425" y="4414975"/>
              <a:ext cx="275250" cy="54825"/>
            </a:xfrm>
            <a:custGeom>
              <a:rect b="b" l="l" r="r" t="t"/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0"/>
            <p:cNvSpPr/>
            <p:nvPr/>
          </p:nvSpPr>
          <p:spPr>
            <a:xfrm>
              <a:off x="6733175" y="4382725"/>
              <a:ext cx="227750" cy="37150"/>
            </a:xfrm>
            <a:custGeom>
              <a:rect b="b" l="l" r="r" t="t"/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0"/>
            <p:cNvSpPr/>
            <p:nvPr/>
          </p:nvSpPr>
          <p:spPr>
            <a:xfrm>
              <a:off x="6847025" y="4414975"/>
              <a:ext cx="25" cy="145550"/>
            </a:xfrm>
            <a:custGeom>
              <a:rect b="b" l="l" r="r" t="t"/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40"/>
          <p:cNvGrpSpPr/>
          <p:nvPr/>
        </p:nvGrpSpPr>
        <p:grpSpPr>
          <a:xfrm>
            <a:off x="4151867" y="4145279"/>
            <a:ext cx="414741" cy="397848"/>
            <a:chOff x="5233525" y="4954450"/>
            <a:chExt cx="538275" cy="516350"/>
          </a:xfrm>
        </p:grpSpPr>
        <p:sp>
          <p:nvSpPr>
            <p:cNvPr id="752" name="Google Shape;752;p40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0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0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40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40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3" name="Google Shape;763;p40"/>
          <p:cNvGrpSpPr/>
          <p:nvPr/>
        </p:nvGrpSpPr>
        <p:grpSpPr>
          <a:xfrm>
            <a:off x="3630181" y="4152310"/>
            <a:ext cx="422253" cy="383786"/>
            <a:chOff x="4556450" y="4963575"/>
            <a:chExt cx="548025" cy="498100"/>
          </a:xfrm>
        </p:grpSpPr>
        <p:sp>
          <p:nvSpPr>
            <p:cNvPr id="764" name="Google Shape;764;p40"/>
            <p:cNvSpPr/>
            <p:nvPr/>
          </p:nvSpPr>
          <p:spPr>
            <a:xfrm>
              <a:off x="4611850" y="5222350"/>
              <a:ext cx="436600" cy="239325"/>
            </a:xfrm>
            <a:custGeom>
              <a:rect b="b" l="l" r="r" t="t"/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4612475" y="4963575"/>
              <a:ext cx="435975" cy="125450"/>
            </a:xfrm>
            <a:custGeom>
              <a:rect b="b" l="l" r="r" t="t"/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4556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4830450" y="5089000"/>
              <a:ext cx="274025" cy="225925"/>
            </a:xfrm>
            <a:custGeom>
              <a:rect b="b" l="l" r="r" t="t"/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4830450" y="5213225"/>
              <a:ext cx="25" cy="248450"/>
            </a:xfrm>
            <a:custGeom>
              <a:rect b="b" l="l" r="r" t="t"/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40"/>
          <p:cNvGrpSpPr/>
          <p:nvPr/>
        </p:nvGrpSpPr>
        <p:grpSpPr>
          <a:xfrm>
            <a:off x="529188" y="4235351"/>
            <a:ext cx="408172" cy="225679"/>
            <a:chOff x="531800" y="5071350"/>
            <a:chExt cx="529750" cy="292900"/>
          </a:xfrm>
        </p:grpSpPr>
        <p:sp>
          <p:nvSpPr>
            <p:cNvPr id="770" name="Google Shape;770;p40"/>
            <p:cNvSpPr/>
            <p:nvPr/>
          </p:nvSpPr>
          <p:spPr>
            <a:xfrm>
              <a:off x="632875" y="5077450"/>
              <a:ext cx="272200" cy="185725"/>
            </a:xfrm>
            <a:custGeom>
              <a:rect b="b" l="l" r="r" t="t"/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886175" y="5071350"/>
              <a:ext cx="74300" cy="191825"/>
            </a:xfrm>
            <a:custGeom>
              <a:rect b="b" l="l" r="r" t="t"/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531800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859375" y="5162075"/>
              <a:ext cx="202175" cy="202175"/>
            </a:xfrm>
            <a:custGeom>
              <a:rect b="b" l="l" r="r" t="t"/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676100" y="5071350"/>
              <a:ext cx="86500" cy="7325"/>
            </a:xfrm>
            <a:custGeom>
              <a:rect b="b" l="l" r="r" t="t"/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941575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614600" y="5244275"/>
              <a:ext cx="37175" cy="37175"/>
            </a:xfrm>
            <a:custGeom>
              <a:rect b="b" l="l" r="r" t="t"/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40"/>
          <p:cNvGrpSpPr/>
          <p:nvPr/>
        </p:nvGrpSpPr>
        <p:grpSpPr>
          <a:xfrm>
            <a:off x="6883844" y="2057550"/>
            <a:ext cx="433992" cy="422729"/>
            <a:chOff x="5916675" y="927975"/>
            <a:chExt cx="516350" cy="502950"/>
          </a:xfrm>
        </p:grpSpPr>
        <p:sp>
          <p:nvSpPr>
            <p:cNvPr id="778" name="Google Shape;778;p40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0" name="Google Shape;780;p40"/>
          <p:cNvGrpSpPr/>
          <p:nvPr/>
        </p:nvGrpSpPr>
        <p:grpSpPr>
          <a:xfrm>
            <a:off x="5999864" y="2763452"/>
            <a:ext cx="1079481" cy="1051467"/>
            <a:chOff x="5916675" y="927975"/>
            <a:chExt cx="516350" cy="502950"/>
          </a:xfrm>
        </p:grpSpPr>
        <p:sp>
          <p:nvSpPr>
            <p:cNvPr id="781" name="Google Shape;781;p40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3" name="Google Shape;783;p40"/>
          <p:cNvGrpSpPr/>
          <p:nvPr/>
        </p:nvGrpSpPr>
        <p:grpSpPr>
          <a:xfrm>
            <a:off x="6000007" y="2057550"/>
            <a:ext cx="433992" cy="422729"/>
            <a:chOff x="5916675" y="927975"/>
            <a:chExt cx="516350" cy="502950"/>
          </a:xfrm>
        </p:grpSpPr>
        <p:sp>
          <p:nvSpPr>
            <p:cNvPr id="784" name="Google Shape;784;p40"/>
            <p:cNvSpPr/>
            <p:nvPr/>
          </p:nvSpPr>
          <p:spPr>
            <a:xfrm>
              <a:off x="5916675" y="927975"/>
              <a:ext cx="516350" cy="502950"/>
            </a:xfrm>
            <a:custGeom>
              <a:rect b="b" l="l" r="r" t="t"/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6006800" y="1011375"/>
              <a:ext cx="336125" cy="336125"/>
            </a:xfrm>
            <a:custGeom>
              <a:rect b="b" l="l" r="r" t="t"/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6" name="Google Shape;786;p40"/>
          <p:cNvSpPr/>
          <p:nvPr/>
        </p:nvSpPr>
        <p:spPr>
          <a:xfrm>
            <a:off x="7076005" y="229392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0"/>
          <p:cNvSpPr/>
          <p:nvPr/>
        </p:nvSpPr>
        <p:spPr>
          <a:xfrm>
            <a:off x="6192168" y="2293928"/>
            <a:ext cx="402263" cy="227229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40"/>
          <p:cNvSpPr/>
          <p:nvPr/>
        </p:nvSpPr>
        <p:spPr>
          <a:xfrm>
            <a:off x="6477703" y="3351465"/>
            <a:ext cx="1000561" cy="565194"/>
          </a:xfrm>
          <a:custGeom>
            <a:rect b="b" l="l" r="r" t="t"/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00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0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41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795" name="Google Shape;795;p41"/>
            <p:cNvSpPr/>
            <p:nvPr/>
          </p:nvSpPr>
          <p:spPr>
            <a:xfrm>
              <a:off x="5913437" y="4054475"/>
              <a:ext cx="2273299" cy="1746250"/>
            </a:xfrm>
            <a:custGeom>
              <a:rect b="b" l="l" r="r" t="t"/>
              <a:pathLst>
                <a:path extrusionOk="0" h="397" w="517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41"/>
            <p:cNvSpPr/>
            <p:nvPr/>
          </p:nvSpPr>
          <p:spPr>
            <a:xfrm>
              <a:off x="4137025" y="4141787"/>
              <a:ext cx="2019301" cy="1681162"/>
            </a:xfrm>
            <a:custGeom>
              <a:rect b="b" l="l" r="r" t="t"/>
              <a:pathLst>
                <a:path extrusionOk="0" h="382" w="459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41"/>
            <p:cNvSpPr/>
            <p:nvPr/>
          </p:nvSpPr>
          <p:spPr>
            <a:xfrm>
              <a:off x="4014787" y="1057275"/>
              <a:ext cx="2276475" cy="1747837"/>
            </a:xfrm>
            <a:custGeom>
              <a:rect b="b" l="l" r="r" t="t"/>
              <a:pathLst>
                <a:path extrusionOk="0" h="397" w="518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1"/>
            <p:cNvSpPr/>
            <p:nvPr/>
          </p:nvSpPr>
          <p:spPr>
            <a:xfrm>
              <a:off x="3706812" y="2355850"/>
              <a:ext cx="1323975" cy="2309812"/>
            </a:xfrm>
            <a:custGeom>
              <a:rect b="b" l="l" r="r" t="t"/>
              <a:pathLst>
                <a:path extrusionOk="0" h="525" w="301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41"/>
            <p:cNvSpPr/>
            <p:nvPr/>
          </p:nvSpPr>
          <p:spPr>
            <a:xfrm>
              <a:off x="7170737" y="2192337"/>
              <a:ext cx="1328737" cy="2314575"/>
            </a:xfrm>
            <a:custGeom>
              <a:rect b="b" l="l" r="r" t="t"/>
              <a:pathLst>
                <a:path extrusionOk="0" h="526" w="302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41"/>
            <p:cNvSpPr/>
            <p:nvPr/>
          </p:nvSpPr>
          <p:spPr>
            <a:xfrm>
              <a:off x="6045200" y="1035050"/>
              <a:ext cx="2019301" cy="1685925"/>
            </a:xfrm>
            <a:custGeom>
              <a:rect b="b" l="l" r="r" t="t"/>
              <a:pathLst>
                <a:path extrusionOk="0" h="383" w="459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1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802" name="Google Shape;802;p41"/>
            <p:cNvSpPr/>
            <p:nvPr/>
          </p:nvSpPr>
          <p:spPr>
            <a:xfrm>
              <a:off x="1400175" y="3135312"/>
              <a:ext cx="2132011" cy="2562226"/>
            </a:xfrm>
            <a:custGeom>
              <a:rect b="b" l="l" r="r" t="t"/>
              <a:pathLst>
                <a:path extrusionOk="0" h="574" w="478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3314700" y="3563937"/>
              <a:ext cx="2559050" cy="2133600"/>
            </a:xfrm>
            <a:custGeom>
              <a:rect b="b" l="l" r="r" t="t"/>
              <a:pathLst>
                <a:path extrusionOk="0" h="478" w="574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3741737" y="1223962"/>
              <a:ext cx="2132011" cy="2559050"/>
            </a:xfrm>
            <a:custGeom>
              <a:rect b="b" l="l" r="r" t="t"/>
              <a:pathLst>
                <a:path extrusionOk="0" h="573" w="478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1400175" y="1220787"/>
              <a:ext cx="2560637" cy="2133600"/>
            </a:xfrm>
            <a:custGeom>
              <a:rect b="b" l="l" r="r" t="t"/>
              <a:pathLst>
                <a:path extrusionOk="0" h="478" w="574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6" name="Google Shape;806;p41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807" name="Google Shape;807;p41"/>
            <p:cNvSpPr/>
            <p:nvPr/>
          </p:nvSpPr>
          <p:spPr>
            <a:xfrm>
              <a:off x="2008187" y="4025900"/>
              <a:ext cx="4252913" cy="1917700"/>
            </a:xfrm>
            <a:custGeom>
              <a:rect b="b" l="l" r="r" t="t"/>
              <a:pathLst>
                <a:path extrusionOk="0" h="450" w="999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41"/>
            <p:cNvSpPr/>
            <p:nvPr/>
          </p:nvSpPr>
          <p:spPr>
            <a:xfrm>
              <a:off x="4271962" y="931862"/>
              <a:ext cx="2389187" cy="3724276"/>
            </a:xfrm>
            <a:custGeom>
              <a:rect b="b" l="l" r="r" t="t"/>
              <a:pathLst>
                <a:path extrusionOk="0" h="874" w="561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41"/>
            <p:cNvSpPr/>
            <p:nvPr/>
          </p:nvSpPr>
          <p:spPr>
            <a:xfrm>
              <a:off x="1649412" y="927100"/>
              <a:ext cx="2870200" cy="3652836"/>
            </a:xfrm>
            <a:custGeom>
              <a:rect b="b" l="l" r="r" t="t"/>
              <a:pathLst>
                <a:path extrusionOk="0" h="857" w="674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0" name="Google Shape;810;p41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811" name="Google Shape;811;p41"/>
            <p:cNvSpPr/>
            <p:nvPr/>
          </p:nvSpPr>
          <p:spPr>
            <a:xfrm>
              <a:off x="1301750" y="2546350"/>
              <a:ext cx="1801812" cy="2917825"/>
            </a:xfrm>
            <a:custGeom>
              <a:rect b="b" l="l" r="r" t="t"/>
              <a:pathLst>
                <a:path extrusionOk="0" h="655" w="405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41"/>
            <p:cNvSpPr/>
            <p:nvPr/>
          </p:nvSpPr>
          <p:spPr>
            <a:xfrm>
              <a:off x="2387600" y="4403725"/>
              <a:ext cx="2865436" cy="1617662"/>
            </a:xfrm>
            <a:custGeom>
              <a:rect b="b" l="l" r="r" t="t"/>
              <a:pathLst>
                <a:path extrusionOk="0" h="363" w="644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41"/>
            <p:cNvSpPr/>
            <p:nvPr/>
          </p:nvSpPr>
          <p:spPr>
            <a:xfrm>
              <a:off x="4546600" y="2790825"/>
              <a:ext cx="1851025" cy="2717800"/>
            </a:xfrm>
            <a:custGeom>
              <a:rect b="b" l="l" r="r" t="t"/>
              <a:pathLst>
                <a:path extrusionOk="0" h="610" w="416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41"/>
            <p:cNvSpPr/>
            <p:nvPr/>
          </p:nvSpPr>
          <p:spPr>
            <a:xfrm>
              <a:off x="3962400" y="925512"/>
              <a:ext cx="2297112" cy="2333625"/>
            </a:xfrm>
            <a:custGeom>
              <a:rect b="b" l="l" r="r" t="t"/>
              <a:pathLst>
                <a:path extrusionOk="0" h="524" w="516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41"/>
            <p:cNvSpPr/>
            <p:nvPr/>
          </p:nvSpPr>
          <p:spPr>
            <a:xfrm>
              <a:off x="1466850" y="920750"/>
              <a:ext cx="2759074" cy="2097087"/>
            </a:xfrm>
            <a:custGeom>
              <a:rect b="b" l="l" r="r" t="t"/>
              <a:pathLst>
                <a:path extrusionOk="0" h="471" w="62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6" name="Google Shape;816;p41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817" name="Google Shape;817;p41"/>
            <p:cNvSpPr/>
            <p:nvPr/>
          </p:nvSpPr>
          <p:spPr>
            <a:xfrm>
              <a:off x="5732756" y="2682276"/>
              <a:ext cx="400276" cy="538927"/>
            </a:xfrm>
            <a:custGeom>
              <a:rect b="b" l="l" r="r" t="t"/>
              <a:pathLst>
                <a:path extrusionOk="0" h="902" w="67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41"/>
            <p:cNvSpPr/>
            <p:nvPr/>
          </p:nvSpPr>
          <p:spPr>
            <a:xfrm>
              <a:off x="6094186" y="2682276"/>
              <a:ext cx="358476" cy="531209"/>
            </a:xfrm>
            <a:custGeom>
              <a:rect b="b" l="l" r="r" t="t"/>
              <a:pathLst>
                <a:path extrusionOk="0" h="889" w="60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41"/>
            <p:cNvSpPr/>
            <p:nvPr/>
          </p:nvSpPr>
          <p:spPr>
            <a:xfrm>
              <a:off x="5787732" y="3124950"/>
              <a:ext cx="616090" cy="277182"/>
            </a:xfrm>
            <a:custGeom>
              <a:rect b="b" l="l" r="r" t="t"/>
              <a:pathLst>
                <a:path extrusionOk="0" h="464" w="1031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0" name="Google Shape;820;p41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821" name="Google Shape;821;p41"/>
            <p:cNvSpPr/>
            <p:nvPr/>
          </p:nvSpPr>
          <p:spPr>
            <a:xfrm>
              <a:off x="6768809" y="2682954"/>
              <a:ext cx="400157" cy="358101"/>
            </a:xfrm>
            <a:custGeom>
              <a:rect b="b" l="l" r="r" t="t"/>
              <a:pathLst>
                <a:path extrusionOk="0" h="571" w="638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41"/>
            <p:cNvSpPr/>
            <p:nvPr/>
          </p:nvSpPr>
          <p:spPr>
            <a:xfrm>
              <a:off x="6768809" y="3002032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41"/>
            <p:cNvSpPr/>
            <p:nvPr/>
          </p:nvSpPr>
          <p:spPr>
            <a:xfrm>
              <a:off x="7129915" y="2682265"/>
              <a:ext cx="358808" cy="400111"/>
            </a:xfrm>
            <a:custGeom>
              <a:rect b="b" l="l" r="r" t="t"/>
              <a:pathLst>
                <a:path extrusionOk="0" h="638" w="572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41"/>
            <p:cNvSpPr/>
            <p:nvPr/>
          </p:nvSpPr>
          <p:spPr>
            <a:xfrm>
              <a:off x="7088567" y="3043581"/>
              <a:ext cx="400157" cy="358561"/>
            </a:xfrm>
            <a:custGeom>
              <a:rect b="b" l="l" r="r" t="t"/>
              <a:pathLst>
                <a:path extrusionOk="0" h="572" w="638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5" name="Google Shape;825;p41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826" name="Google Shape;826;p41"/>
            <p:cNvSpPr/>
            <p:nvPr/>
          </p:nvSpPr>
          <p:spPr>
            <a:xfrm>
              <a:off x="7804870" y="2922841"/>
              <a:ext cx="256443" cy="407568"/>
            </a:xfrm>
            <a:custGeom>
              <a:rect b="b" l="l" r="r" t="t"/>
              <a:pathLst>
                <a:path extrusionOk="0" h="598" w="376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41"/>
            <p:cNvSpPr/>
            <p:nvPr/>
          </p:nvSpPr>
          <p:spPr>
            <a:xfrm>
              <a:off x="7823833" y="2682313"/>
              <a:ext cx="377215" cy="304549"/>
            </a:xfrm>
            <a:custGeom>
              <a:rect b="b" l="l" r="r" t="t"/>
              <a:pathLst>
                <a:path extrusionOk="0" h="447" w="553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41"/>
            <p:cNvSpPr/>
            <p:nvPr/>
          </p:nvSpPr>
          <p:spPr>
            <a:xfrm>
              <a:off x="8277575" y="2932985"/>
              <a:ext cx="247414" cy="390661"/>
            </a:xfrm>
            <a:custGeom>
              <a:rect b="b" l="l" r="r" t="t"/>
              <a:pathLst>
                <a:path extrusionOk="0" h="573" w="363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41"/>
            <p:cNvSpPr/>
            <p:nvPr/>
          </p:nvSpPr>
          <p:spPr>
            <a:xfrm>
              <a:off x="8166284" y="2682313"/>
              <a:ext cx="336357" cy="315595"/>
            </a:xfrm>
            <a:custGeom>
              <a:rect b="b" l="l" r="r" t="t"/>
              <a:pathLst>
                <a:path extrusionOk="0" h="463" w="493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7965147" y="3183207"/>
              <a:ext cx="408594" cy="218887"/>
            </a:xfrm>
            <a:custGeom>
              <a:rect b="b" l="l" r="r" t="t"/>
              <a:pathLst>
                <a:path extrusionOk="0" h="321" w="599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41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832" name="Google Shape;832;p41"/>
            <p:cNvSpPr/>
            <p:nvPr/>
          </p:nvSpPr>
          <p:spPr>
            <a:xfrm>
              <a:off x="8841135" y="2874744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8899694" y="3138374"/>
              <a:ext cx="304599" cy="264093"/>
            </a:xfrm>
            <a:custGeom>
              <a:rect b="b" l="l" r="r" t="t"/>
              <a:pathLst>
                <a:path extrusionOk="0" h="391" w="451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41"/>
            <p:cNvSpPr/>
            <p:nvPr/>
          </p:nvSpPr>
          <p:spPr>
            <a:xfrm>
              <a:off x="8889742" y="2681940"/>
              <a:ext cx="344871" cy="273814"/>
            </a:xfrm>
            <a:custGeom>
              <a:rect b="b" l="l" r="r" t="t"/>
              <a:pathLst>
                <a:path extrusionOk="0" h="405" w="511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9198969" y="2681940"/>
              <a:ext cx="304599" cy="264325"/>
            </a:xfrm>
            <a:custGeom>
              <a:rect b="b" l="l" r="r" t="t"/>
              <a:pathLst>
                <a:path extrusionOk="0" h="391" w="451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9351499" y="2861088"/>
              <a:ext cx="210627" cy="348807"/>
            </a:xfrm>
            <a:custGeom>
              <a:rect b="b" l="l" r="r" t="t"/>
              <a:pathLst>
                <a:path extrusionOk="0" h="516" w="312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9168648" y="3128885"/>
              <a:ext cx="344871" cy="273120"/>
            </a:xfrm>
            <a:custGeom>
              <a:rect b="b" l="l" r="r" t="t"/>
              <a:pathLst>
                <a:path extrusionOk="0" h="404" w="511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8" name="Google Shape;838;p41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839" name="Google Shape;839;p41"/>
            <p:cNvSpPr/>
            <p:nvPr/>
          </p:nvSpPr>
          <p:spPr>
            <a:xfrm>
              <a:off x="4103687" y="1439862"/>
              <a:ext cx="2254250" cy="3986211"/>
            </a:xfrm>
            <a:custGeom>
              <a:rect b="b" l="l" r="r" t="t"/>
              <a:pathLst>
                <a:path extrusionOk="0" h="887" w="502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5837237" y="1439862"/>
              <a:ext cx="2252662" cy="3986211"/>
            </a:xfrm>
            <a:custGeom>
              <a:rect b="b" l="l" r="r" t="t"/>
              <a:pathLst>
                <a:path extrusionOk="0" h="887" w="502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1" name="Google Shape;841;p41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842" name="Google Shape;842;p41"/>
            <p:cNvSpPr/>
            <p:nvPr/>
          </p:nvSpPr>
          <p:spPr>
            <a:xfrm>
              <a:off x="10056560" y="2963533"/>
              <a:ext cx="541911" cy="438554"/>
            </a:xfrm>
            <a:custGeom>
              <a:rect b="b" l="l" r="r" t="t"/>
              <a:pathLst>
                <a:path extrusionOk="0" h="697" w="861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9878272" y="2791266"/>
              <a:ext cx="459066" cy="594405"/>
            </a:xfrm>
            <a:custGeom>
              <a:rect b="b" l="l" r="r" t="t"/>
              <a:pathLst>
                <a:path extrusionOk="0" h="945" w="729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9994853" y="2682320"/>
              <a:ext cx="583546" cy="500170"/>
            </a:xfrm>
            <a:custGeom>
              <a:rect b="b" l="l" r="r" t="t"/>
              <a:pathLst>
                <a:path extrusionOk="0" h="795" w="927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5" name="Google Shape;845;p41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846" name="Google Shape;846;p41"/>
            <p:cNvSpPr/>
            <p:nvPr/>
          </p:nvSpPr>
          <p:spPr>
            <a:xfrm>
              <a:off x="11401733" y="2955582"/>
              <a:ext cx="229448" cy="412406"/>
            </a:xfrm>
            <a:custGeom>
              <a:rect b="b" l="l" r="r" t="t"/>
              <a:pathLst>
                <a:path extrusionOk="0" h="602" w="335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10914618" y="3012482"/>
              <a:ext cx="370771" cy="315723"/>
            </a:xfrm>
            <a:custGeom>
              <a:rect b="b" l="l" r="r" t="t"/>
              <a:pathLst>
                <a:path extrusionOk="0" h="461" w="542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11136202" y="2682187"/>
              <a:ext cx="343016" cy="292593"/>
            </a:xfrm>
            <a:custGeom>
              <a:rect b="b" l="l" r="r" t="t"/>
              <a:pathLst>
                <a:path extrusionOk="0" h="427" w="501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10917856" y="2716419"/>
              <a:ext cx="230142" cy="411712"/>
            </a:xfrm>
            <a:custGeom>
              <a:rect b="b" l="l" r="r" t="t"/>
              <a:pathLst>
                <a:path extrusionOk="0" h="601" w="336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41"/>
            <p:cNvSpPr/>
            <p:nvPr/>
          </p:nvSpPr>
          <p:spPr>
            <a:xfrm>
              <a:off x="11069819" y="3108934"/>
              <a:ext cx="343016" cy="293287"/>
            </a:xfrm>
            <a:custGeom>
              <a:rect b="b" l="l" r="r" t="t"/>
              <a:pathLst>
                <a:path extrusionOk="0" h="428" w="501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41"/>
            <p:cNvSpPr/>
            <p:nvPr/>
          </p:nvSpPr>
          <p:spPr>
            <a:xfrm>
              <a:off x="11263647" y="2756203"/>
              <a:ext cx="371003" cy="315723"/>
            </a:xfrm>
            <a:custGeom>
              <a:rect b="b" l="l" r="r" t="t"/>
              <a:pathLst>
                <a:path extrusionOk="0" h="461" w="542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2" name="Google Shape;852;p41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853" name="Google Shape;853;p41"/>
            <p:cNvSpPr/>
            <p:nvPr/>
          </p:nvSpPr>
          <p:spPr>
            <a:xfrm>
              <a:off x="1638485" y="1571653"/>
              <a:ext cx="449564" cy="159640"/>
            </a:xfrm>
            <a:custGeom>
              <a:rect b="b" l="l" r="r" t="t"/>
              <a:pathLst>
                <a:path extrusionOk="0" h="273" w="767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1"/>
            <p:cNvSpPr/>
            <p:nvPr/>
          </p:nvSpPr>
          <p:spPr>
            <a:xfrm>
              <a:off x="1590507" y="1435245"/>
              <a:ext cx="515072" cy="136407"/>
            </a:xfrm>
            <a:custGeom>
              <a:rect b="b" l="l" r="r" t="t"/>
              <a:pathLst>
                <a:path extrusionOk="0" h="233" w="879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1"/>
            <p:cNvSpPr/>
            <p:nvPr/>
          </p:nvSpPr>
          <p:spPr>
            <a:xfrm>
              <a:off x="1582665" y="1299068"/>
              <a:ext cx="576890" cy="136177"/>
            </a:xfrm>
            <a:custGeom>
              <a:rect b="b" l="l" r="r" t="t"/>
              <a:pathLst>
                <a:path extrusionOk="0" h="233" w="984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1"/>
            <p:cNvSpPr/>
            <p:nvPr/>
          </p:nvSpPr>
          <p:spPr>
            <a:xfrm>
              <a:off x="1665934" y="1011072"/>
              <a:ext cx="484393" cy="151589"/>
            </a:xfrm>
            <a:custGeom>
              <a:rect b="b" l="l" r="r" t="t"/>
              <a:pathLst>
                <a:path extrusionOk="0" h="259" w="826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41"/>
            <p:cNvSpPr/>
            <p:nvPr/>
          </p:nvSpPr>
          <p:spPr>
            <a:xfrm>
              <a:off x="1639639" y="1162661"/>
              <a:ext cx="527066" cy="136407"/>
            </a:xfrm>
            <a:custGeom>
              <a:rect b="b" l="l" r="r" t="t"/>
              <a:pathLst>
                <a:path extrusionOk="0" h="233" w="899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8" name="Google Shape;858;p41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859" name="Google Shape;859;p41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rect b="b" l="l" r="r" t="t"/>
              <a:pathLst>
                <a:path extrusionOk="0" h="771" w="885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1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rect b="b" l="l" r="r" t="t"/>
              <a:pathLst>
                <a:path extrusionOk="0" h="1130" w="654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1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rect b="b" l="l" r="r" t="t"/>
              <a:pathLst>
                <a:path extrusionOk="0" h="712" w="704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2" name="Google Shape;862;p41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863" name="Google Shape;863;p41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864" name="Google Shape;864;p41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41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1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41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41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4" name="Google Shape;874;p41"/>
            <p:cNvSpPr/>
            <p:nvPr/>
          </p:nvSpPr>
          <p:spPr>
            <a:xfrm>
              <a:off x="10047751" y="1220548"/>
              <a:ext cx="217117" cy="205362"/>
            </a:xfrm>
            <a:custGeom>
              <a:rect b="b" l="l" r="r" t="t"/>
              <a:pathLst>
                <a:path extrusionOk="0" h="359" w="38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41"/>
            <p:cNvSpPr/>
            <p:nvPr/>
          </p:nvSpPr>
          <p:spPr>
            <a:xfrm>
              <a:off x="10063053" y="1080830"/>
              <a:ext cx="205806" cy="250604"/>
            </a:xfrm>
            <a:custGeom>
              <a:rect b="b" l="l" r="r" t="t"/>
              <a:pathLst>
                <a:path extrusionOk="0" h="438" w="36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1"/>
            <p:cNvSpPr/>
            <p:nvPr/>
          </p:nvSpPr>
          <p:spPr>
            <a:xfrm>
              <a:off x="10276400" y="1080830"/>
              <a:ext cx="208024" cy="250604"/>
            </a:xfrm>
            <a:custGeom>
              <a:rect b="b" l="l" r="r" t="t"/>
              <a:pathLst>
                <a:path extrusionOk="0" h="438" w="364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1"/>
            <p:cNvSpPr/>
            <p:nvPr/>
          </p:nvSpPr>
          <p:spPr>
            <a:xfrm>
              <a:off x="10280392" y="1218773"/>
              <a:ext cx="219334" cy="208689"/>
            </a:xfrm>
            <a:custGeom>
              <a:rect b="b" l="l" r="r" t="t"/>
              <a:pathLst>
                <a:path extrusionOk="0" h="365" w="384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41"/>
            <p:cNvSpPr/>
            <p:nvPr/>
          </p:nvSpPr>
          <p:spPr>
            <a:xfrm>
              <a:off x="10116279" y="1345184"/>
              <a:ext cx="152580" cy="267681"/>
            </a:xfrm>
            <a:custGeom>
              <a:rect b="b" l="l" r="r" t="t"/>
              <a:pathLst>
                <a:path extrusionOk="0" h="468" w="267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41"/>
            <p:cNvSpPr/>
            <p:nvPr/>
          </p:nvSpPr>
          <p:spPr>
            <a:xfrm>
              <a:off x="10276400" y="1345184"/>
              <a:ext cx="154798" cy="267681"/>
            </a:xfrm>
            <a:custGeom>
              <a:rect b="b" l="l" r="r" t="t"/>
              <a:pathLst>
                <a:path extrusionOk="0" h="468" w="271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0" name="Google Shape;880;p41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881" name="Google Shape;881;p41"/>
            <p:cNvSpPr/>
            <p:nvPr/>
          </p:nvSpPr>
          <p:spPr>
            <a:xfrm>
              <a:off x="3615879" y="1376596"/>
              <a:ext cx="441685" cy="354696"/>
            </a:xfrm>
            <a:custGeom>
              <a:rect b="b" l="l" r="r" t="t"/>
              <a:pathLst>
                <a:path extrusionOk="0" h="638" w="797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1"/>
            <p:cNvSpPr/>
            <p:nvPr/>
          </p:nvSpPr>
          <p:spPr>
            <a:xfrm>
              <a:off x="3554761" y="1164199"/>
              <a:ext cx="288366" cy="430478"/>
            </a:xfrm>
            <a:custGeom>
              <a:rect b="b" l="l" r="r" t="t"/>
              <a:pathLst>
                <a:path extrusionOk="0" h="774" w="52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41"/>
            <p:cNvSpPr/>
            <p:nvPr/>
          </p:nvSpPr>
          <p:spPr>
            <a:xfrm>
              <a:off x="3860350" y="1126940"/>
              <a:ext cx="291937" cy="427110"/>
            </a:xfrm>
            <a:custGeom>
              <a:rect b="b" l="l" r="r" t="t"/>
              <a:pathLst>
                <a:path extrusionOk="0" h="768" w="527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41"/>
            <p:cNvSpPr/>
            <p:nvPr/>
          </p:nvSpPr>
          <p:spPr>
            <a:xfrm>
              <a:off x="3644023" y="1011374"/>
              <a:ext cx="449665" cy="347961"/>
            </a:xfrm>
            <a:custGeom>
              <a:rect b="b" l="l" r="r" t="t"/>
              <a:pathLst>
                <a:path extrusionOk="0" h="626" w="811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5" name="Google Shape;885;p41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886" name="Google Shape;886;p41"/>
            <p:cNvSpPr/>
            <p:nvPr/>
          </p:nvSpPr>
          <p:spPr>
            <a:xfrm>
              <a:off x="4849480" y="1011032"/>
              <a:ext cx="289264" cy="340491"/>
            </a:xfrm>
            <a:custGeom>
              <a:rect b="b" l="l" r="r" t="t"/>
              <a:pathLst>
                <a:path extrusionOk="0" h="610" w="518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4599335" y="1012768"/>
              <a:ext cx="277094" cy="339188"/>
            </a:xfrm>
            <a:custGeom>
              <a:rect b="b" l="l" r="r" t="t"/>
              <a:pathLst>
                <a:path extrusionOk="0" h="608" w="496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41"/>
            <p:cNvSpPr/>
            <p:nvPr/>
          </p:nvSpPr>
          <p:spPr>
            <a:xfrm>
              <a:off x="4539787" y="1276220"/>
              <a:ext cx="295350" cy="349606"/>
            </a:xfrm>
            <a:custGeom>
              <a:rect b="b" l="l" r="r" t="t"/>
              <a:pathLst>
                <a:path extrusionOk="0" h="627" w="529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41"/>
            <p:cNvSpPr/>
            <p:nvPr/>
          </p:nvSpPr>
          <p:spPr>
            <a:xfrm>
              <a:off x="4854479" y="1272314"/>
              <a:ext cx="277529" cy="353078"/>
            </a:xfrm>
            <a:custGeom>
              <a:rect b="b" l="l" r="r" t="t"/>
              <a:pathLst>
                <a:path extrusionOk="0" h="633" w="497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1"/>
            <p:cNvSpPr/>
            <p:nvPr/>
          </p:nvSpPr>
          <p:spPr>
            <a:xfrm>
              <a:off x="4661491" y="1370403"/>
              <a:ext cx="388584" cy="360890"/>
            </a:xfrm>
            <a:custGeom>
              <a:rect b="b" l="l" r="r" t="t"/>
              <a:pathLst>
                <a:path extrusionOk="0" h="647" w="696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p41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892" name="Google Shape;892;p41"/>
            <p:cNvSpPr/>
            <p:nvPr/>
          </p:nvSpPr>
          <p:spPr>
            <a:xfrm>
              <a:off x="5632379" y="1011207"/>
              <a:ext cx="311420" cy="340347"/>
            </a:xfrm>
            <a:custGeom>
              <a:rect b="b" l="l" r="r" t="t"/>
              <a:pathLst>
                <a:path extrusionOk="0" h="567" w="518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5835019" y="1041711"/>
              <a:ext cx="283984" cy="330260"/>
            </a:xfrm>
            <a:custGeom>
              <a:rect b="b" l="l" r="r" t="t"/>
              <a:pathLst>
                <a:path extrusionOk="0" h="550" w="473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5837907" y="1326815"/>
              <a:ext cx="260158" cy="268291"/>
            </a:xfrm>
            <a:custGeom>
              <a:rect b="b" l="l" r="r" t="t"/>
              <a:pathLst>
                <a:path extrusionOk="0" h="447" w="433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5725035" y="1379176"/>
              <a:ext cx="304441" cy="352116"/>
            </a:xfrm>
            <a:custGeom>
              <a:rect b="b" l="l" r="r" t="t"/>
              <a:pathLst>
                <a:path extrusionOk="0" h="587" w="507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5526246" y="1358760"/>
              <a:ext cx="289521" cy="285105"/>
            </a:xfrm>
            <a:custGeom>
              <a:rect b="b" l="l" r="r" t="t"/>
              <a:pathLst>
                <a:path extrusionOk="0" h="475" w="482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5530337" y="1130580"/>
              <a:ext cx="282300" cy="276217"/>
            </a:xfrm>
            <a:custGeom>
              <a:rect b="b" l="l" r="r" t="t"/>
              <a:pathLst>
                <a:path extrusionOk="0" h="460" w="47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8" name="Google Shape;898;p41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899" name="Google Shape;899;p41"/>
            <p:cNvSpPr/>
            <p:nvPr/>
          </p:nvSpPr>
          <p:spPr>
            <a:xfrm>
              <a:off x="659316" y="1517469"/>
              <a:ext cx="456722" cy="213824"/>
            </a:xfrm>
            <a:custGeom>
              <a:rect b="b" l="l" r="r" t="t"/>
              <a:pathLst>
                <a:path extrusionOk="0" h="358" w="763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1"/>
            <p:cNvSpPr/>
            <p:nvPr/>
          </p:nvSpPr>
          <p:spPr>
            <a:xfrm>
              <a:off x="606645" y="1354464"/>
              <a:ext cx="561583" cy="154615"/>
            </a:xfrm>
            <a:custGeom>
              <a:rect b="b" l="l" r="r" t="t"/>
              <a:pathLst>
                <a:path extrusionOk="0" h="259" w="938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41"/>
            <p:cNvSpPr/>
            <p:nvPr/>
          </p:nvSpPr>
          <p:spPr>
            <a:xfrm>
              <a:off x="661721" y="1191460"/>
              <a:ext cx="533444" cy="154135"/>
            </a:xfrm>
            <a:custGeom>
              <a:rect b="b" l="l" r="r" t="t"/>
              <a:pathLst>
                <a:path extrusionOk="0" h="258" w="891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41"/>
            <p:cNvSpPr/>
            <p:nvPr/>
          </p:nvSpPr>
          <p:spPr>
            <a:xfrm>
              <a:off x="683367" y="1011196"/>
              <a:ext cx="497368" cy="171394"/>
            </a:xfrm>
            <a:custGeom>
              <a:rect b="b" l="l" r="r" t="t"/>
              <a:pathLst>
                <a:path extrusionOk="0" h="287" w="831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3" name="Google Shape;903;p41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904" name="Google Shape;904;p41"/>
            <p:cNvSpPr/>
            <p:nvPr/>
          </p:nvSpPr>
          <p:spPr>
            <a:xfrm>
              <a:off x="11033597" y="1414369"/>
              <a:ext cx="482075" cy="151349"/>
            </a:xfrm>
            <a:custGeom>
              <a:rect b="b" l="l" r="r" t="t"/>
              <a:pathLst>
                <a:path extrusionOk="0" h="227" w="724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11142821" y="1011159"/>
              <a:ext cx="263627" cy="229006"/>
            </a:xfrm>
            <a:custGeom>
              <a:rect b="b" l="l" r="r" t="t"/>
              <a:pathLst>
                <a:path extrusionOk="0" h="343" w="396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11052228" y="1576445"/>
              <a:ext cx="444813" cy="154847"/>
            </a:xfrm>
            <a:custGeom>
              <a:rect b="b" l="l" r="r" t="t"/>
              <a:pathLst>
                <a:path extrusionOk="0" h="232" w="668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11051762" y="1251592"/>
              <a:ext cx="446676" cy="151349"/>
            </a:xfrm>
            <a:custGeom>
              <a:rect b="b" l="l" r="r" t="t"/>
              <a:pathLst>
                <a:path extrusionOk="0" h="227" w="671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8" name="Google Shape;908;p41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909" name="Google Shape;909;p41"/>
            <p:cNvSpPr/>
            <p:nvPr/>
          </p:nvSpPr>
          <p:spPr>
            <a:xfrm>
              <a:off x="8968558" y="1402926"/>
              <a:ext cx="348361" cy="98539"/>
            </a:xfrm>
            <a:custGeom>
              <a:rect b="b" l="l" r="r" t="t"/>
              <a:pathLst>
                <a:path extrusionOk="0" h="492696" w="1741804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41"/>
            <p:cNvSpPr/>
            <p:nvPr/>
          </p:nvSpPr>
          <p:spPr>
            <a:xfrm>
              <a:off x="8960465" y="1079360"/>
              <a:ext cx="362496" cy="102351"/>
            </a:xfrm>
            <a:custGeom>
              <a:rect b="b" l="l" r="r" t="t"/>
              <a:pathLst>
                <a:path extrusionOk="0" h="511754" w="181248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8930121" y="1189758"/>
              <a:ext cx="422643" cy="98539"/>
            </a:xfrm>
            <a:custGeom>
              <a:rect b="b" l="l" r="r" t="t"/>
              <a:pathLst>
                <a:path extrusionOk="0" h="492696" w="2113216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8930847" y="1296342"/>
              <a:ext cx="421894" cy="98539"/>
            </a:xfrm>
            <a:custGeom>
              <a:rect b="b" l="l" r="r" t="t"/>
              <a:pathLst>
                <a:path extrusionOk="0" h="492696" w="2109469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9031006" y="1509510"/>
              <a:ext cx="223837" cy="102349"/>
            </a:xfrm>
            <a:custGeom>
              <a:rect b="b" l="l" r="r" t="t"/>
              <a:pathLst>
                <a:path extrusionOk="0" h="511746" w="1119187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4" name="Google Shape;914;p41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915" name="Google Shape;915;p4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4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4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4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4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4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5" name="Google Shape;925;p41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926" name="Google Shape;926;p41"/>
            <p:cNvSpPr/>
            <p:nvPr/>
          </p:nvSpPr>
          <p:spPr>
            <a:xfrm>
              <a:off x="6666683" y="1079385"/>
              <a:ext cx="422268" cy="171940"/>
            </a:xfrm>
            <a:custGeom>
              <a:rect b="b" l="l" r="r" t="t"/>
              <a:pathLst>
                <a:path extrusionOk="0" h="859701" w="2085276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1"/>
            <p:cNvSpPr/>
            <p:nvPr/>
          </p:nvSpPr>
          <p:spPr>
            <a:xfrm>
              <a:off x="6664423" y="1259933"/>
              <a:ext cx="427985" cy="171450"/>
            </a:xfrm>
            <a:custGeom>
              <a:rect b="b" l="l" r="r" t="t"/>
              <a:pathLst>
                <a:path extrusionOk="0" h="857250" w="2113506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1"/>
            <p:cNvSpPr/>
            <p:nvPr/>
          </p:nvSpPr>
          <p:spPr>
            <a:xfrm>
              <a:off x="6727642" y="1439988"/>
              <a:ext cx="303068" cy="171348"/>
            </a:xfrm>
            <a:custGeom>
              <a:rect b="b" l="l" r="r" t="t"/>
              <a:pathLst>
                <a:path extrusionOk="0" h="856741" w="1496631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9" name="Google Shape;929;p41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930" name="Google Shape;930;p4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0" name="Google Shape;940;p41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941" name="Google Shape;941;p41"/>
            <p:cNvSpPr/>
            <p:nvPr/>
          </p:nvSpPr>
          <p:spPr>
            <a:xfrm>
              <a:off x="8012931" y="1079385"/>
              <a:ext cx="217151" cy="253479"/>
            </a:xfrm>
            <a:custGeom>
              <a:rect b="b" l="l" r="r" t="t"/>
              <a:pathLst>
                <a:path extrusionOk="0" h="1267396" w="1085755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7789628" y="1079436"/>
              <a:ext cx="214318" cy="253428"/>
            </a:xfrm>
            <a:custGeom>
              <a:rect b="b" l="l" r="r" t="t"/>
              <a:pathLst>
                <a:path extrusionOk="0" h="1267142" w="1071591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8012931" y="1341261"/>
              <a:ext cx="202133" cy="270446"/>
            </a:xfrm>
            <a:custGeom>
              <a:rect b="b" l="l" r="r" t="t"/>
              <a:pathLst>
                <a:path extrusionOk="0" h="1352232" w="1010666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7804733" y="1341261"/>
              <a:ext cx="199288" cy="270439"/>
            </a:xfrm>
            <a:custGeom>
              <a:rect b="b" l="l" r="r" t="t"/>
              <a:pathLst>
                <a:path extrusionOk="0" h="1352197" w="996442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45" name="Google Shape;945;p41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946" name="Google Shape;946;p4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rect b="b" l="l" r="r" t="t"/>
                <a:pathLst>
                  <a:path extrusionOk="0" h="132" w="133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rect b="b" l="l" r="r" t="t"/>
                <a:pathLst>
                  <a:path extrusionOk="0" h="132" w="133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rect b="b" l="l" r="r" t="t"/>
                <a:pathLst>
                  <a:path extrusionOk="0" h="131" w="133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rect b="b" l="l" r="r" t="t"/>
                <a:pathLst>
                  <a:path extrusionOk="0" h="21" w="175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rect b="b" l="l" r="r" t="t"/>
                <a:pathLst>
                  <a:path extrusionOk="0" h="131" w="132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4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rect b="b" l="l" r="r" t="t"/>
                <a:pathLst>
                  <a:path extrusionOk="0" h="175" w="21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4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rect b="b" l="l" r="r" t="t"/>
                <a:pathLst>
                  <a:path extrusionOk="0" h="45" w="315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4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rect b="b" l="l" r="r" t="t"/>
                <a:pathLst>
                  <a:path extrusionOk="0" h="45" w="299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4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rect b="b" l="l" r="r" t="t"/>
                <a:pathLst>
                  <a:path extrusionOk="0" h="45" w="214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56" name="Google Shape;956;p41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957" name="Google Shape;957;p41"/>
            <p:cNvSpPr/>
            <p:nvPr/>
          </p:nvSpPr>
          <p:spPr>
            <a:xfrm>
              <a:off x="3957011" y="4902228"/>
              <a:ext cx="364723" cy="110621"/>
            </a:xfrm>
            <a:custGeom>
              <a:rect b="b" l="l" r="r" t="t"/>
              <a:pathLst>
                <a:path extrusionOk="0" h="194" w="64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4002092" y="4999728"/>
              <a:ext cx="275015" cy="108132"/>
            </a:xfrm>
            <a:custGeom>
              <a:rect b="b" l="l" r="r" t="t"/>
              <a:pathLst>
                <a:path extrusionOk="0" h="190" w="483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3780312" y="4519014"/>
              <a:ext cx="718575" cy="115145"/>
            </a:xfrm>
            <a:custGeom>
              <a:rect b="b" l="l" r="r" t="t"/>
              <a:pathLst>
                <a:path extrusionOk="0" h="202" w="1261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1"/>
            <p:cNvSpPr/>
            <p:nvPr/>
          </p:nvSpPr>
          <p:spPr>
            <a:xfrm>
              <a:off x="3868662" y="4710395"/>
              <a:ext cx="541875" cy="112657"/>
            </a:xfrm>
            <a:custGeom>
              <a:rect b="b" l="l" r="r" t="t"/>
              <a:pathLst>
                <a:path extrusionOk="0" h="198" w="951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1"/>
            <p:cNvSpPr/>
            <p:nvPr/>
          </p:nvSpPr>
          <p:spPr>
            <a:xfrm>
              <a:off x="3824940" y="4614704"/>
              <a:ext cx="629543" cy="114014"/>
            </a:xfrm>
            <a:custGeom>
              <a:rect b="b" l="l" r="r" t="t"/>
              <a:pathLst>
                <a:path extrusionOk="0" h="200" w="1105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3912610" y="4806085"/>
              <a:ext cx="453525" cy="112204"/>
            </a:xfrm>
            <a:custGeom>
              <a:rect b="b" l="l" r="r" t="t"/>
              <a:pathLst>
                <a:path extrusionOk="0" h="197" w="796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4" name="Google Shape;964;p41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965" name="Google Shape;965;p41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651816" y="4730082"/>
              <a:ext cx="533789" cy="218575"/>
            </a:xfrm>
            <a:custGeom>
              <a:rect b="b" l="l" r="r" t="t"/>
              <a:pathLst>
                <a:path extrusionOk="0" h="325" w="791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564298" y="4539996"/>
              <a:ext cx="709060" cy="225815"/>
            </a:xfrm>
            <a:custGeom>
              <a:rect b="b" l="l" r="r" t="t"/>
              <a:pathLst>
                <a:path extrusionOk="0" h="336" w="1051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739569" y="4921102"/>
              <a:ext cx="357815" cy="210870"/>
            </a:xfrm>
            <a:custGeom>
              <a:rect b="b" l="l" r="r" t="t"/>
              <a:pathLst>
                <a:path extrusionOk="0" h="314" w="53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9" name="Google Shape;969;p41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970" name="Google Shape;970;p41"/>
            <p:cNvSpPr/>
            <p:nvPr/>
          </p:nvSpPr>
          <p:spPr>
            <a:xfrm>
              <a:off x="5926265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5926265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1"/>
            <p:cNvSpPr/>
            <p:nvPr/>
          </p:nvSpPr>
          <p:spPr>
            <a:xfrm>
              <a:off x="6290862" y="4788612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41"/>
            <p:cNvSpPr/>
            <p:nvPr/>
          </p:nvSpPr>
          <p:spPr>
            <a:xfrm>
              <a:off x="6290862" y="4424051"/>
              <a:ext cx="355650" cy="355620"/>
            </a:xfrm>
            <a:custGeom>
              <a:rect b="b" l="l" r="r" t="t"/>
              <a:pathLst>
                <a:path extrusionOk="0" h="671" w="671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4" name="Google Shape;974;p41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975" name="Google Shape;975;p41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1846141" y="4957304"/>
              <a:ext cx="293050" cy="155339"/>
            </a:xfrm>
            <a:custGeom>
              <a:rect b="b" l="l" r="r" t="t"/>
              <a:pathLst>
                <a:path extrusionOk="0" h="245" w="462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1776241" y="4814286"/>
              <a:ext cx="431967" cy="161500"/>
            </a:xfrm>
            <a:custGeom>
              <a:rect b="b" l="l" r="r" t="t"/>
              <a:pathLst>
                <a:path extrusionOk="0" h="255" w="681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1639308" y="4531550"/>
              <a:ext cx="706054" cy="169201"/>
            </a:xfrm>
            <a:custGeom>
              <a:rect b="b" l="l" r="r" t="t"/>
              <a:pathLst>
                <a:path extrusionOk="0" h="267" w="1113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1708546" y="4674128"/>
              <a:ext cx="567578" cy="164141"/>
            </a:xfrm>
            <a:custGeom>
              <a:rect b="b" l="l" r="r" t="t"/>
              <a:pathLst>
                <a:path extrusionOk="0" h="259" w="895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0" name="Google Shape;980;p41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981" name="Google Shape;981;p41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2824150" y="4749732"/>
              <a:ext cx="484183" cy="135418"/>
            </a:xfrm>
            <a:custGeom>
              <a:rect b="b" l="l" r="r" t="t"/>
              <a:pathLst>
                <a:path extrusionOk="0" h="205" w="735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2939432" y="4986160"/>
              <a:ext cx="253620" cy="127427"/>
            </a:xfrm>
            <a:custGeom>
              <a:rect b="b" l="l" r="r" t="t"/>
              <a:pathLst>
                <a:path extrusionOk="0" h="193" w="385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2882012" y="4868057"/>
              <a:ext cx="368237" cy="131423"/>
            </a:xfrm>
            <a:custGeom>
              <a:rect b="b" l="l" r="r" t="t"/>
              <a:pathLst>
                <a:path extrusionOk="0" h="199" w="559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1"/>
            <p:cNvSpPr/>
            <p:nvPr/>
          </p:nvSpPr>
          <p:spPr>
            <a:xfrm>
              <a:off x="2710863" y="4516635"/>
              <a:ext cx="710756" cy="140081"/>
            </a:xfrm>
            <a:custGeom>
              <a:rect b="b" l="l" r="r" t="t"/>
              <a:pathLst>
                <a:path extrusionOk="0" h="212" w="1079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41"/>
            <p:cNvSpPr/>
            <p:nvPr/>
          </p:nvSpPr>
          <p:spPr>
            <a:xfrm>
              <a:off x="2768061" y="4634293"/>
              <a:ext cx="596361" cy="136528"/>
            </a:xfrm>
            <a:custGeom>
              <a:rect b="b" l="l" r="r" t="t"/>
              <a:pathLst>
                <a:path extrusionOk="0" h="207" w="905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7" name="Google Shape;987;p41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988" name="Google Shape;988;p41"/>
            <p:cNvSpPr/>
            <p:nvPr/>
          </p:nvSpPr>
          <p:spPr>
            <a:xfrm>
              <a:off x="5209000" y="4739226"/>
              <a:ext cx="363469" cy="371197"/>
            </a:xfrm>
            <a:custGeom>
              <a:rect b="b" l="l" r="r" t="t"/>
              <a:pathLst>
                <a:path extrusionOk="0" h="641" w="629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1"/>
            <p:cNvSpPr/>
            <p:nvPr/>
          </p:nvSpPr>
          <p:spPr>
            <a:xfrm>
              <a:off x="4852681" y="4739226"/>
              <a:ext cx="363265" cy="371197"/>
            </a:xfrm>
            <a:custGeom>
              <a:rect b="b" l="l" r="r" t="t"/>
              <a:pathLst>
                <a:path extrusionOk="0" h="641" w="629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1"/>
            <p:cNvSpPr/>
            <p:nvPr/>
          </p:nvSpPr>
          <p:spPr>
            <a:xfrm>
              <a:off x="5044529" y="4457861"/>
              <a:ext cx="336092" cy="363011"/>
            </a:xfrm>
            <a:custGeom>
              <a:rect b="b" l="l" r="r" t="t"/>
              <a:pathLst>
                <a:path extrusionOk="0" h="627" w="582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1" name="Google Shape;991;p41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992" name="Google Shape;992;p41"/>
            <p:cNvSpPr/>
            <p:nvPr/>
          </p:nvSpPr>
          <p:spPr>
            <a:xfrm>
              <a:off x="7360523" y="4580400"/>
              <a:ext cx="360007" cy="280995"/>
            </a:xfrm>
            <a:custGeom>
              <a:rect b="b" l="l" r="r" t="t"/>
              <a:pathLst>
                <a:path extrusionOk="0" h="548" w="701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1"/>
            <p:cNvSpPr/>
            <p:nvPr/>
          </p:nvSpPr>
          <p:spPr>
            <a:xfrm>
              <a:off x="7359894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41"/>
            <p:cNvSpPr/>
            <p:nvPr/>
          </p:nvSpPr>
          <p:spPr>
            <a:xfrm>
              <a:off x="7079935" y="4796791"/>
              <a:ext cx="281006" cy="329083"/>
            </a:xfrm>
            <a:custGeom>
              <a:rect b="b" l="l" r="r" t="t"/>
              <a:pathLst>
                <a:path extrusionOk="0" h="642" w="547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1"/>
            <p:cNvSpPr/>
            <p:nvPr/>
          </p:nvSpPr>
          <p:spPr>
            <a:xfrm>
              <a:off x="7000306" y="4580400"/>
              <a:ext cx="360216" cy="280995"/>
            </a:xfrm>
            <a:custGeom>
              <a:rect b="b" l="l" r="r" t="t"/>
              <a:pathLst>
                <a:path extrusionOk="0" h="548" w="701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1"/>
            <p:cNvSpPr/>
            <p:nvPr/>
          </p:nvSpPr>
          <p:spPr>
            <a:xfrm>
              <a:off x="7228925" y="4442411"/>
              <a:ext cx="262985" cy="354379"/>
            </a:xfrm>
            <a:custGeom>
              <a:rect b="b" l="l" r="r" t="t"/>
              <a:pathLst>
                <a:path extrusionOk="0" h="691" w="512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7" name="Google Shape;997;p41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998" name="Google Shape;998;p41"/>
            <p:cNvSpPr/>
            <p:nvPr/>
          </p:nvSpPr>
          <p:spPr>
            <a:xfrm>
              <a:off x="8177523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8434850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8434850" y="4663708"/>
              <a:ext cx="359635" cy="240202"/>
            </a:xfrm>
            <a:custGeom>
              <a:rect b="b" l="l" r="r" t="t"/>
              <a:pathLst>
                <a:path extrusionOk="0" h="375" w="562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8434850" y="4784253"/>
              <a:ext cx="257327" cy="345178"/>
            </a:xfrm>
            <a:custGeom>
              <a:rect b="b" l="l" r="r" t="t"/>
              <a:pathLst>
                <a:path extrusionOk="0" h="539" w="402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8074325" y="4663708"/>
              <a:ext cx="360524" cy="240202"/>
            </a:xfrm>
            <a:custGeom>
              <a:rect b="b" l="l" r="r" t="t"/>
              <a:pathLst>
                <a:path extrusionOk="0" h="375" w="563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8177523" y="4438852"/>
              <a:ext cx="257327" cy="345401"/>
            </a:xfrm>
            <a:custGeom>
              <a:rect b="b" l="l" r="r" t="t"/>
              <a:pathLst>
                <a:path extrusionOk="0" h="539" w="402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4" name="Google Shape;1004;p41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005" name="Google Shape;1005;p41"/>
            <p:cNvSpPr/>
            <p:nvPr/>
          </p:nvSpPr>
          <p:spPr>
            <a:xfrm>
              <a:off x="10225338" y="4708710"/>
              <a:ext cx="373555" cy="362034"/>
            </a:xfrm>
            <a:custGeom>
              <a:rect b="b" l="l" r="r" t="t"/>
              <a:pathLst>
                <a:path extrusionOk="0" h="614" w="635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10067759" y="4425243"/>
              <a:ext cx="361073" cy="361365"/>
            </a:xfrm>
            <a:custGeom>
              <a:rect b="b" l="l" r="r" t="t"/>
              <a:pathLst>
                <a:path extrusionOk="0" h="613" w="614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9878975" y="4708710"/>
              <a:ext cx="359959" cy="362034"/>
            </a:xfrm>
            <a:custGeom>
              <a:rect b="b" l="l" r="r" t="t"/>
              <a:pathLst>
                <a:path extrusionOk="0" h="614" w="612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41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009" name="Google Shape;1009;p41"/>
            <p:cNvSpPr/>
            <p:nvPr/>
          </p:nvSpPr>
          <p:spPr>
            <a:xfrm>
              <a:off x="10914544" y="4407150"/>
              <a:ext cx="349099" cy="392923"/>
            </a:xfrm>
            <a:custGeom>
              <a:rect b="b" l="l" r="r" t="t"/>
              <a:pathLst>
                <a:path extrusionOk="0" h="712" w="632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10933187" y="4759296"/>
              <a:ext cx="393264" cy="329541"/>
            </a:xfrm>
            <a:custGeom>
              <a:rect b="b" l="l" r="r" t="t"/>
              <a:pathLst>
                <a:path extrusionOk="0" h="597" w="712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11285615" y="4696357"/>
              <a:ext cx="330458" cy="392479"/>
            </a:xfrm>
            <a:custGeom>
              <a:rect b="b" l="l" r="r" t="t"/>
              <a:pathLst>
                <a:path extrusionOk="0" h="711" w="598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11222808" y="4407150"/>
              <a:ext cx="411906" cy="329541"/>
            </a:xfrm>
            <a:custGeom>
              <a:rect b="b" l="l" r="r" t="t"/>
              <a:pathLst>
                <a:path extrusionOk="0" h="597" w="746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3" name="Google Shape;1013;p41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014" name="Google Shape;1014;p41"/>
            <p:cNvSpPr/>
            <p:nvPr/>
          </p:nvSpPr>
          <p:spPr>
            <a:xfrm>
              <a:off x="8843122" y="4664371"/>
              <a:ext cx="351295" cy="411356"/>
            </a:xfrm>
            <a:custGeom>
              <a:rect b="b" l="l" r="r" t="t"/>
              <a:pathLst>
                <a:path extrusionOk="0" h="618" w="53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9232824" y="4664371"/>
              <a:ext cx="330500" cy="411356"/>
            </a:xfrm>
            <a:custGeom>
              <a:rect b="b" l="l" r="r" t="t"/>
              <a:pathLst>
                <a:path extrusionOk="0" h="618" w="499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9108305" y="4859367"/>
              <a:ext cx="210630" cy="182470"/>
            </a:xfrm>
            <a:custGeom>
              <a:rect b="b" l="l" r="r" t="t"/>
              <a:pathLst>
                <a:path extrusionOk="0" h="274" w="318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8990881" y="4420259"/>
              <a:ext cx="445234" cy="224220"/>
            </a:xfrm>
            <a:custGeom>
              <a:rect b="b" l="l" r="r" t="t"/>
              <a:pathLst>
                <a:path extrusionOk="0" h="337" w="672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8988924" y="4625814"/>
              <a:ext cx="207939" cy="207766"/>
            </a:xfrm>
            <a:custGeom>
              <a:rect b="b" l="l" r="r" t="t"/>
              <a:pathLst>
                <a:path extrusionOk="0" h="312" w="314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9232824" y="4627288"/>
              <a:ext cx="203291" cy="203591"/>
            </a:xfrm>
            <a:custGeom>
              <a:rect b="b" l="l" r="r" t="t"/>
              <a:pathLst>
                <a:path extrusionOk="0" h="306" w="307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0" name="Google Shape;1020;p41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021" name="Google Shape;1021;p41"/>
            <p:cNvSpPr/>
            <p:nvPr/>
          </p:nvSpPr>
          <p:spPr>
            <a:xfrm>
              <a:off x="1774546" y="3475620"/>
              <a:ext cx="261417" cy="238347"/>
            </a:xfrm>
            <a:custGeom>
              <a:rect b="b" l="l" r="r" t="t"/>
              <a:pathLst>
                <a:path extrusionOk="0" h="351" w="385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2000650" y="3426634"/>
              <a:ext cx="230321" cy="296287"/>
            </a:xfrm>
            <a:custGeom>
              <a:rect b="b" l="l" r="r" t="t"/>
              <a:pathLst>
                <a:path extrusionOk="0" h="436" w="339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1774546" y="3225422"/>
              <a:ext cx="211874" cy="236503"/>
            </a:xfrm>
            <a:custGeom>
              <a:rect b="b" l="l" r="r" t="t"/>
              <a:pathLst>
                <a:path extrusionOk="0" h="348" w="312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1951107" y="3243857"/>
              <a:ext cx="274329" cy="218067"/>
            </a:xfrm>
            <a:custGeom>
              <a:rect b="b" l="l" r="r" t="t"/>
              <a:pathLst>
                <a:path extrusionOk="0" h="321" w="404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1"/>
            <p:cNvSpPr/>
            <p:nvPr/>
          </p:nvSpPr>
          <p:spPr>
            <a:xfrm>
              <a:off x="1858610" y="3710542"/>
              <a:ext cx="173926" cy="152226"/>
            </a:xfrm>
            <a:custGeom>
              <a:rect b="b" l="l" r="r" t="t"/>
              <a:pathLst>
                <a:path extrusionOk="0" h="224" w="256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41"/>
            <p:cNvSpPr/>
            <p:nvPr/>
          </p:nvSpPr>
          <p:spPr>
            <a:xfrm>
              <a:off x="1521825" y="3426634"/>
              <a:ext cx="288560" cy="234396"/>
            </a:xfrm>
            <a:custGeom>
              <a:rect b="b" l="l" r="r" t="t"/>
              <a:pathLst>
                <a:path extrusionOk="0" h="345" w="425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1510757" y="3234903"/>
              <a:ext cx="299628" cy="227021"/>
            </a:xfrm>
            <a:custGeom>
              <a:rect b="b" l="l" r="r" t="t"/>
              <a:pathLst>
                <a:path extrusionOk="0" h="334" w="441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" name="Google Shape;1028;p41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029" name="Google Shape;1029;p41"/>
            <p:cNvSpPr/>
            <p:nvPr/>
          </p:nvSpPr>
          <p:spPr>
            <a:xfrm>
              <a:off x="2595501" y="3269807"/>
              <a:ext cx="416349" cy="273171"/>
            </a:xfrm>
            <a:custGeom>
              <a:rect b="b" l="l" r="r" t="t"/>
              <a:pathLst>
                <a:path extrusionOk="0" h="472" w="722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1"/>
            <p:cNvSpPr/>
            <p:nvPr/>
          </p:nvSpPr>
          <p:spPr>
            <a:xfrm>
              <a:off x="2903528" y="3560177"/>
              <a:ext cx="374670" cy="273617"/>
            </a:xfrm>
            <a:custGeom>
              <a:rect b="b" l="l" r="r" t="t"/>
              <a:pathLst>
                <a:path extrusionOk="0" h="473" w="65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1"/>
            <p:cNvSpPr/>
            <p:nvPr/>
          </p:nvSpPr>
          <p:spPr>
            <a:xfrm>
              <a:off x="2635397" y="3497189"/>
              <a:ext cx="313600" cy="337276"/>
            </a:xfrm>
            <a:custGeom>
              <a:rect b="b" l="l" r="r" t="t"/>
              <a:pathLst>
                <a:path extrusionOk="0" h="583" w="544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1"/>
            <p:cNvSpPr/>
            <p:nvPr/>
          </p:nvSpPr>
          <p:spPr>
            <a:xfrm>
              <a:off x="2966382" y="3253725"/>
              <a:ext cx="349261" cy="352241"/>
            </a:xfrm>
            <a:custGeom>
              <a:rect b="b" l="l" r="r" t="t"/>
              <a:pathLst>
                <a:path extrusionOk="0" h="609" w="606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3" name="Google Shape;1033;p41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034" name="Google Shape;1034;p41"/>
            <p:cNvSpPr/>
            <p:nvPr/>
          </p:nvSpPr>
          <p:spPr>
            <a:xfrm>
              <a:off x="5143387" y="3232375"/>
              <a:ext cx="338512" cy="556553"/>
            </a:xfrm>
            <a:custGeom>
              <a:rect b="b" l="l" r="r" t="t"/>
              <a:pathLst>
                <a:path extrusionOk="0" h="847" w="517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4783248" y="3418197"/>
              <a:ext cx="616697" cy="485785"/>
            </a:xfrm>
            <a:custGeom>
              <a:rect b="b" l="l" r="r" t="t"/>
              <a:pathLst>
                <a:path extrusionOk="0" h="739" w="942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1"/>
            <p:cNvSpPr/>
            <p:nvPr/>
          </p:nvSpPr>
          <p:spPr>
            <a:xfrm>
              <a:off x="4764809" y="3184208"/>
              <a:ext cx="585965" cy="520485"/>
            </a:xfrm>
            <a:custGeom>
              <a:rect b="b" l="l" r="r" t="t"/>
              <a:pathLst>
                <a:path extrusionOk="0" h="792" w="895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7" name="Google Shape;1037;p41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038" name="Google Shape;1038;p41"/>
            <p:cNvSpPr/>
            <p:nvPr/>
          </p:nvSpPr>
          <p:spPr>
            <a:xfrm>
              <a:off x="3680173" y="3232386"/>
              <a:ext cx="468746" cy="451568"/>
            </a:xfrm>
            <a:custGeom>
              <a:rect b="b" l="l" r="r" t="t"/>
              <a:pathLst>
                <a:path extrusionOk="0" h="326" w="341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1"/>
            <p:cNvSpPr/>
            <p:nvPr/>
          </p:nvSpPr>
          <p:spPr>
            <a:xfrm>
              <a:off x="3743529" y="3408162"/>
              <a:ext cx="548171" cy="449028"/>
            </a:xfrm>
            <a:custGeom>
              <a:rect b="b" l="l" r="r" t="t"/>
              <a:pathLst>
                <a:path extrusionOk="0" h="324" w="399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1"/>
            <p:cNvSpPr/>
            <p:nvPr/>
          </p:nvSpPr>
          <p:spPr>
            <a:xfrm>
              <a:off x="4061000" y="3231000"/>
              <a:ext cx="339279" cy="508390"/>
            </a:xfrm>
            <a:custGeom>
              <a:rect b="b" l="l" r="r" t="t"/>
              <a:pathLst>
                <a:path extrusionOk="0" h="367" w="247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1" name="Google Shape;1041;p41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042" name="Google Shape;1042;p41"/>
            <p:cNvSpPr/>
            <p:nvPr/>
          </p:nvSpPr>
          <p:spPr>
            <a:xfrm>
              <a:off x="7304099" y="3430106"/>
              <a:ext cx="343064" cy="228463"/>
            </a:xfrm>
            <a:custGeom>
              <a:rect b="b" l="l" r="r" t="t"/>
              <a:pathLst>
                <a:path extrusionOk="0" h="391" w="59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1"/>
            <p:cNvSpPr/>
            <p:nvPr/>
          </p:nvSpPr>
          <p:spPr>
            <a:xfrm>
              <a:off x="6931035" y="3430106"/>
              <a:ext cx="343548" cy="228463"/>
            </a:xfrm>
            <a:custGeom>
              <a:rect b="b" l="l" r="r" t="t"/>
              <a:pathLst>
                <a:path extrusionOk="0" h="391" w="591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1"/>
            <p:cNvSpPr/>
            <p:nvPr/>
          </p:nvSpPr>
          <p:spPr>
            <a:xfrm>
              <a:off x="7175631" y="3184144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1"/>
            <p:cNvSpPr/>
            <p:nvPr/>
          </p:nvSpPr>
          <p:spPr>
            <a:xfrm>
              <a:off x="7175631" y="3558678"/>
              <a:ext cx="227419" cy="345369"/>
            </a:xfrm>
            <a:custGeom>
              <a:rect b="b" l="l" r="r" t="t"/>
              <a:pathLst>
                <a:path extrusionOk="0" h="591" w="391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6" name="Google Shape;1046;p41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047" name="Google Shape;1047;p41"/>
            <p:cNvSpPr/>
            <p:nvPr/>
          </p:nvSpPr>
          <p:spPr>
            <a:xfrm>
              <a:off x="6207893" y="3184067"/>
              <a:ext cx="355998" cy="422879"/>
            </a:xfrm>
            <a:custGeom>
              <a:rect b="b" l="l" r="r" t="t"/>
              <a:pathLst>
                <a:path extrusionOk="0" h="642" w="54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1"/>
            <p:cNvSpPr/>
            <p:nvPr/>
          </p:nvSpPr>
          <p:spPr>
            <a:xfrm>
              <a:off x="5846429" y="3186676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1"/>
            <p:cNvSpPr/>
            <p:nvPr/>
          </p:nvSpPr>
          <p:spPr>
            <a:xfrm>
              <a:off x="5849043" y="3481007"/>
              <a:ext cx="355998" cy="423115"/>
            </a:xfrm>
            <a:custGeom>
              <a:rect b="b" l="l" r="r" t="t"/>
              <a:pathLst>
                <a:path extrusionOk="0" h="642" w="54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1"/>
            <p:cNvSpPr/>
            <p:nvPr/>
          </p:nvSpPr>
          <p:spPr>
            <a:xfrm>
              <a:off x="6143252" y="3545755"/>
              <a:ext cx="423253" cy="355759"/>
            </a:xfrm>
            <a:custGeom>
              <a:rect b="b" l="l" r="r" t="t"/>
              <a:pathLst>
                <a:path extrusionOk="0" h="540" w="642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1" name="Google Shape;1051;p41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052" name="Google Shape;1052;p41"/>
            <p:cNvSpPr/>
            <p:nvPr/>
          </p:nvSpPr>
          <p:spPr>
            <a:xfrm>
              <a:off x="781315" y="3461564"/>
              <a:ext cx="274086" cy="162243"/>
            </a:xfrm>
            <a:custGeom>
              <a:rect b="b" l="l" r="r" t="t"/>
              <a:pathLst>
                <a:path extrusionOk="0" h="302" w="513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1"/>
            <p:cNvSpPr/>
            <p:nvPr/>
          </p:nvSpPr>
          <p:spPr>
            <a:xfrm>
              <a:off x="850087" y="3183978"/>
              <a:ext cx="259850" cy="244775"/>
            </a:xfrm>
            <a:custGeom>
              <a:rect b="b" l="l" r="r" t="t"/>
              <a:pathLst>
                <a:path extrusionOk="0" h="456" w="486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1"/>
            <p:cNvSpPr/>
            <p:nvPr/>
          </p:nvSpPr>
          <p:spPr>
            <a:xfrm>
              <a:off x="655600" y="3264496"/>
              <a:ext cx="213333" cy="294294"/>
            </a:xfrm>
            <a:custGeom>
              <a:rect b="b" l="l" r="r" t="t"/>
              <a:pathLst>
                <a:path extrusionOk="0" h="548" w="399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1"/>
            <p:cNvSpPr/>
            <p:nvPr/>
          </p:nvSpPr>
          <p:spPr>
            <a:xfrm>
              <a:off x="673846" y="3654405"/>
              <a:ext cx="303960" cy="249807"/>
            </a:xfrm>
            <a:custGeom>
              <a:rect b="b" l="l" r="r" t="t"/>
              <a:pathLst>
                <a:path extrusionOk="0" h="465" w="569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1"/>
            <p:cNvSpPr/>
            <p:nvPr/>
          </p:nvSpPr>
          <p:spPr>
            <a:xfrm>
              <a:off x="959159" y="3535238"/>
              <a:ext cx="187068" cy="287248"/>
            </a:xfrm>
            <a:custGeom>
              <a:rect b="b" l="l" r="r" t="t"/>
              <a:pathLst>
                <a:path extrusionOk="0" h="535" w="35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7" name="Google Shape;1057;p41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058" name="Google Shape;1058;p41"/>
            <p:cNvSpPr/>
            <p:nvPr/>
          </p:nvSpPr>
          <p:spPr>
            <a:xfrm>
              <a:off x="8011692" y="3885096"/>
              <a:ext cx="306496" cy="18928"/>
            </a:xfrm>
            <a:custGeom>
              <a:rect b="b" l="l" r="r" t="t"/>
              <a:pathLst>
                <a:path extrusionOk="0" h="35" w="569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1"/>
            <p:cNvSpPr/>
            <p:nvPr/>
          </p:nvSpPr>
          <p:spPr>
            <a:xfrm>
              <a:off x="8011692" y="3184166"/>
              <a:ext cx="306496" cy="40025"/>
            </a:xfrm>
            <a:custGeom>
              <a:rect b="b" l="l" r="r" t="t"/>
              <a:pathLst>
                <a:path extrusionOk="0" h="74" w="569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1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1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1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1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4" name="Google Shape;1064;p41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065" name="Google Shape;1065;p41"/>
            <p:cNvSpPr/>
            <p:nvPr/>
          </p:nvSpPr>
          <p:spPr>
            <a:xfrm>
              <a:off x="4756150" y="630237"/>
              <a:ext cx="2397126" cy="1016000"/>
            </a:xfrm>
            <a:custGeom>
              <a:rect b="b" l="l" r="r" t="t"/>
              <a:pathLst>
                <a:path extrusionOk="0" h="233" w="55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4556125" y="1357312"/>
              <a:ext cx="3081338" cy="1135062"/>
            </a:xfrm>
            <a:custGeom>
              <a:rect b="b" l="l" r="r" t="t"/>
              <a:pathLst>
                <a:path extrusionOk="0" h="260" w="707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4556125" y="2168525"/>
              <a:ext cx="3081338" cy="1139825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1"/>
            <p:cNvSpPr/>
            <p:nvPr/>
          </p:nvSpPr>
          <p:spPr>
            <a:xfrm>
              <a:off x="4556125" y="2981325"/>
              <a:ext cx="3081338" cy="1138237"/>
            </a:xfrm>
            <a:custGeom>
              <a:rect b="b" l="l" r="r" t="t"/>
              <a:pathLst>
                <a:path extrusionOk="0" h="261" w="707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1"/>
            <p:cNvSpPr/>
            <p:nvPr/>
          </p:nvSpPr>
          <p:spPr>
            <a:xfrm>
              <a:off x="4830762" y="4476750"/>
              <a:ext cx="2535237" cy="1722437"/>
            </a:xfrm>
            <a:custGeom>
              <a:rect b="b" l="l" r="r" t="t"/>
              <a:pathLst>
                <a:path extrusionOk="0" h="395" w="582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1"/>
            <p:cNvSpPr/>
            <p:nvPr/>
          </p:nvSpPr>
          <p:spPr>
            <a:xfrm>
              <a:off x="5078412" y="4067175"/>
              <a:ext cx="714375" cy="322262"/>
            </a:xfrm>
            <a:custGeom>
              <a:rect b="b" l="l" r="r" t="t"/>
              <a:pathLst>
                <a:path extrusionOk="0" h="74" w="164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1"/>
            <p:cNvSpPr/>
            <p:nvPr/>
          </p:nvSpPr>
          <p:spPr>
            <a:xfrm>
              <a:off x="6389687" y="3844925"/>
              <a:ext cx="715962" cy="544512"/>
            </a:xfrm>
            <a:custGeom>
              <a:rect b="b" l="l" r="r" t="t"/>
              <a:pathLst>
                <a:path extrusionOk="0" h="125" w="164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2" name="Google Shape;1072;p41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073" name="Google Shape;1073;p41"/>
            <p:cNvSpPr/>
            <p:nvPr/>
          </p:nvSpPr>
          <p:spPr>
            <a:xfrm>
              <a:off x="1674084" y="3354958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1"/>
            <p:cNvSpPr/>
            <p:nvPr/>
          </p:nvSpPr>
          <p:spPr>
            <a:xfrm>
              <a:off x="1674084" y="3534654"/>
              <a:ext cx="179880" cy="213525"/>
            </a:xfrm>
            <a:custGeom>
              <a:rect b="b" l="l" r="r" t="t"/>
              <a:pathLst>
                <a:path extrusionOk="0" h="242" w="204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1"/>
            <p:cNvSpPr/>
            <p:nvPr/>
          </p:nvSpPr>
          <p:spPr>
            <a:xfrm>
              <a:off x="1861110" y="3214987"/>
              <a:ext cx="212190" cy="179696"/>
            </a:xfrm>
            <a:custGeom>
              <a:rect b="b" l="l" r="r" t="t"/>
              <a:pathLst>
                <a:path extrusionOk="0" h="204" w="241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1"/>
            <p:cNvSpPr/>
            <p:nvPr/>
          </p:nvSpPr>
          <p:spPr>
            <a:xfrm>
              <a:off x="2040679" y="3214987"/>
              <a:ext cx="213433" cy="179696"/>
            </a:xfrm>
            <a:custGeom>
              <a:rect b="b" l="l" r="r" t="t"/>
              <a:pathLst>
                <a:path extrusionOk="0" h="204" w="242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1"/>
            <p:cNvSpPr/>
            <p:nvPr/>
          </p:nvSpPr>
          <p:spPr>
            <a:xfrm>
              <a:off x="1674084" y="3714660"/>
              <a:ext cx="173666" cy="220353"/>
            </a:xfrm>
            <a:custGeom>
              <a:rect b="b" l="l" r="r" t="t"/>
              <a:pathLst>
                <a:path extrusionOk="0" h="250" w="197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1"/>
            <p:cNvSpPr/>
            <p:nvPr/>
          </p:nvSpPr>
          <p:spPr>
            <a:xfrm>
              <a:off x="1674084" y="3214987"/>
              <a:ext cx="219646" cy="173489"/>
            </a:xfrm>
            <a:custGeom>
              <a:rect b="b" l="l" r="r" t="t"/>
              <a:pathLst>
                <a:path extrusionOk="0" h="197" w="249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1"/>
            <p:cNvSpPr/>
            <p:nvPr/>
          </p:nvSpPr>
          <p:spPr>
            <a:xfrm>
              <a:off x="1995010" y="3754076"/>
              <a:ext cx="212501" cy="180938"/>
            </a:xfrm>
            <a:custGeom>
              <a:rect b="b" l="l" r="r" t="t"/>
              <a:pathLst>
                <a:path extrusionOk="0" h="205" w="241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1"/>
            <p:cNvSpPr/>
            <p:nvPr/>
          </p:nvSpPr>
          <p:spPr>
            <a:xfrm>
              <a:off x="2220560" y="3214987"/>
              <a:ext cx="173666" cy="219422"/>
            </a:xfrm>
            <a:custGeom>
              <a:rect b="b" l="l" r="r" t="t"/>
              <a:pathLst>
                <a:path extrusionOk="0" h="249" w="197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41"/>
            <p:cNvSpPr/>
            <p:nvPr/>
          </p:nvSpPr>
          <p:spPr>
            <a:xfrm>
              <a:off x="2214346" y="3400890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1"/>
            <p:cNvSpPr/>
            <p:nvPr/>
          </p:nvSpPr>
          <p:spPr>
            <a:xfrm>
              <a:off x="1814198" y="3754076"/>
              <a:ext cx="213433" cy="180938"/>
            </a:xfrm>
            <a:custGeom>
              <a:rect b="b" l="l" r="r" t="t"/>
              <a:pathLst>
                <a:path extrusionOk="0" h="205" w="242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1"/>
            <p:cNvSpPr/>
            <p:nvPr/>
          </p:nvSpPr>
          <p:spPr>
            <a:xfrm>
              <a:off x="2214346" y="3580587"/>
              <a:ext cx="179880" cy="213215"/>
            </a:xfrm>
            <a:custGeom>
              <a:rect b="b" l="l" r="r" t="t"/>
              <a:pathLst>
                <a:path extrusionOk="0" h="242" w="204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41"/>
            <p:cNvSpPr/>
            <p:nvPr/>
          </p:nvSpPr>
          <p:spPr>
            <a:xfrm>
              <a:off x="2174890" y="3760283"/>
              <a:ext cx="219335" cy="174731"/>
            </a:xfrm>
            <a:custGeom>
              <a:rect b="b" l="l" r="r" t="t"/>
              <a:pathLst>
                <a:path extrusionOk="0" h="198" w="249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5" name="Google Shape;1085;p41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086" name="Google Shape;1086;p41"/>
            <p:cNvSpPr/>
            <p:nvPr/>
          </p:nvSpPr>
          <p:spPr>
            <a:xfrm>
              <a:off x="557511" y="3214925"/>
              <a:ext cx="434543" cy="347863"/>
            </a:xfrm>
            <a:custGeom>
              <a:rect b="b" l="l" r="r" t="t"/>
              <a:pathLst>
                <a:path extrusionOk="0" h="412" w="515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1"/>
            <p:cNvSpPr/>
            <p:nvPr/>
          </p:nvSpPr>
          <p:spPr>
            <a:xfrm>
              <a:off x="929646" y="3214925"/>
              <a:ext cx="347700" cy="434664"/>
            </a:xfrm>
            <a:custGeom>
              <a:rect b="b" l="l" r="r" t="t"/>
              <a:pathLst>
                <a:path extrusionOk="0" h="515" w="412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1"/>
            <p:cNvSpPr/>
            <p:nvPr/>
          </p:nvSpPr>
          <p:spPr>
            <a:xfrm>
              <a:off x="557511" y="3500411"/>
              <a:ext cx="347040" cy="434664"/>
            </a:xfrm>
            <a:custGeom>
              <a:rect b="b" l="l" r="r" t="t"/>
              <a:pathLst>
                <a:path extrusionOk="0" h="515" w="411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1"/>
            <p:cNvSpPr/>
            <p:nvPr/>
          </p:nvSpPr>
          <p:spPr>
            <a:xfrm>
              <a:off x="842804" y="3588202"/>
              <a:ext cx="434543" cy="346873"/>
            </a:xfrm>
            <a:custGeom>
              <a:rect b="b" l="l" r="r" t="t"/>
              <a:pathLst>
                <a:path extrusionOk="0" h="411" w="515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0" name="Google Shape;1090;p41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091" name="Google Shape;1091;p41"/>
            <p:cNvSpPr/>
            <p:nvPr/>
          </p:nvSpPr>
          <p:spPr>
            <a:xfrm>
              <a:off x="1147762" y="2425700"/>
              <a:ext cx="2505075" cy="3325813"/>
            </a:xfrm>
            <a:custGeom>
              <a:rect b="b" l="l" r="r" t="t"/>
              <a:pathLst>
                <a:path extrusionOk="0" h="751" w="566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1"/>
            <p:cNvSpPr/>
            <p:nvPr/>
          </p:nvSpPr>
          <p:spPr>
            <a:xfrm>
              <a:off x="2617787" y="3519487"/>
              <a:ext cx="3667125" cy="2232024"/>
            </a:xfrm>
            <a:custGeom>
              <a:rect b="b" l="l" r="r" t="t"/>
              <a:pathLst>
                <a:path extrusionOk="0" h="504" w="829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1"/>
            <p:cNvSpPr/>
            <p:nvPr/>
          </p:nvSpPr>
          <p:spPr>
            <a:xfrm>
              <a:off x="2449512" y="1131887"/>
              <a:ext cx="3167061" cy="3259137"/>
            </a:xfrm>
            <a:custGeom>
              <a:rect b="b" l="l" r="r" t="t"/>
              <a:pathLst>
                <a:path extrusionOk="0" h="736" w="716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4" name="Google Shape;1094;p41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095" name="Google Shape;1095;p41"/>
            <p:cNvSpPr/>
            <p:nvPr/>
          </p:nvSpPr>
          <p:spPr>
            <a:xfrm>
              <a:off x="4814887" y="3284537"/>
              <a:ext cx="1673225" cy="1187450"/>
            </a:xfrm>
            <a:custGeom>
              <a:rect b="b" l="l" r="r" t="t"/>
              <a:pathLst>
                <a:path extrusionOk="0" h="270" w="381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1"/>
            <p:cNvSpPr/>
            <p:nvPr/>
          </p:nvSpPr>
          <p:spPr>
            <a:xfrm>
              <a:off x="2355850" y="4164012"/>
              <a:ext cx="1208087" cy="1560512"/>
            </a:xfrm>
            <a:custGeom>
              <a:rect b="b" l="l" r="r" t="t"/>
              <a:pathLst>
                <a:path extrusionOk="0" h="355" w="275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1"/>
            <p:cNvSpPr/>
            <p:nvPr/>
          </p:nvSpPr>
          <p:spPr>
            <a:xfrm>
              <a:off x="2636837" y="1443037"/>
              <a:ext cx="1581150" cy="1635125"/>
            </a:xfrm>
            <a:custGeom>
              <a:rect b="b" l="l" r="r" t="t"/>
              <a:pathLst>
                <a:path extrusionOk="0" h="372" w="36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1"/>
            <p:cNvSpPr/>
            <p:nvPr/>
          </p:nvSpPr>
          <p:spPr>
            <a:xfrm>
              <a:off x="1570037" y="3162300"/>
              <a:ext cx="1800225" cy="2562225"/>
            </a:xfrm>
            <a:custGeom>
              <a:rect b="b" l="l" r="r" t="t"/>
              <a:pathLst>
                <a:path extrusionOk="0" h="583" w="41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1"/>
            <p:cNvSpPr/>
            <p:nvPr/>
          </p:nvSpPr>
          <p:spPr>
            <a:xfrm>
              <a:off x="3101975" y="1341437"/>
              <a:ext cx="2481262" cy="1855787"/>
            </a:xfrm>
            <a:custGeom>
              <a:rect b="b" l="l" r="r" t="t"/>
              <a:pathLst>
                <a:path extrusionOk="0" h="422" w="565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1"/>
            <p:cNvSpPr/>
            <p:nvPr/>
          </p:nvSpPr>
          <p:spPr>
            <a:xfrm>
              <a:off x="4019550" y="4094162"/>
              <a:ext cx="2493962" cy="1824037"/>
            </a:xfrm>
            <a:custGeom>
              <a:rect b="b" l="l" r="r" t="t"/>
              <a:pathLst>
                <a:path extrusionOk="0" h="415" w="568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1" name="Google Shape;1101;p41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102" name="Google Shape;1102;p41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1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1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1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1"/>
            <p:cNvSpPr/>
            <p:nvPr/>
          </p:nvSpPr>
          <p:spPr>
            <a:xfrm>
              <a:off x="6011100" y="5535496"/>
              <a:ext cx="228017" cy="163872"/>
            </a:xfrm>
            <a:custGeom>
              <a:rect b="b" l="l" r="r" t="t"/>
              <a:pathLst>
                <a:path extrusionOk="0" h="258" w="362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1"/>
            <p:cNvSpPr/>
            <p:nvPr/>
          </p:nvSpPr>
          <p:spPr>
            <a:xfrm>
              <a:off x="6011100" y="6000263"/>
              <a:ext cx="228017" cy="164103"/>
            </a:xfrm>
            <a:custGeom>
              <a:rect b="b" l="l" r="r" t="t"/>
              <a:pathLst>
                <a:path extrusionOk="0" h="258" w="362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1"/>
            <p:cNvSpPr/>
            <p:nvPr/>
          </p:nvSpPr>
          <p:spPr>
            <a:xfrm>
              <a:off x="5814051" y="5734318"/>
              <a:ext cx="162411" cy="230995"/>
            </a:xfrm>
            <a:custGeom>
              <a:rect b="b" l="l" r="r" t="t"/>
              <a:pathLst>
                <a:path extrusionOk="0" h="363" w="258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1"/>
            <p:cNvSpPr/>
            <p:nvPr/>
          </p:nvSpPr>
          <p:spPr>
            <a:xfrm>
              <a:off x="6273756" y="5735013"/>
              <a:ext cx="162411" cy="230300"/>
            </a:xfrm>
            <a:custGeom>
              <a:rect b="b" l="l" r="r" t="t"/>
              <a:pathLst>
                <a:path extrusionOk="0" h="362" w="258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0" name="Google Shape;1110;p41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111" name="Google Shape;1111;p41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1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41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41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1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1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1"/>
            <p:cNvSpPr/>
            <p:nvPr/>
          </p:nvSpPr>
          <p:spPr>
            <a:xfrm>
              <a:off x="7134476" y="5655289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1"/>
            <p:cNvSpPr/>
            <p:nvPr/>
          </p:nvSpPr>
          <p:spPr>
            <a:xfrm>
              <a:off x="7351783" y="5564482"/>
              <a:ext cx="119371" cy="92287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41"/>
            <p:cNvSpPr/>
            <p:nvPr/>
          </p:nvSpPr>
          <p:spPr>
            <a:xfrm>
              <a:off x="7548579" y="5894792"/>
              <a:ext cx="138958" cy="149249"/>
            </a:xfrm>
            <a:custGeom>
              <a:rect b="b" l="l" r="r" t="t"/>
              <a:pathLst>
                <a:path extrusionOk="0" h="327" w="305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41"/>
            <p:cNvSpPr/>
            <p:nvPr/>
          </p:nvSpPr>
          <p:spPr>
            <a:xfrm>
              <a:off x="7548579" y="5655844"/>
              <a:ext cx="138958" cy="149065"/>
            </a:xfrm>
            <a:custGeom>
              <a:rect b="b" l="l" r="r" t="t"/>
              <a:pathLst>
                <a:path extrusionOk="0" h="327" w="305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41"/>
            <p:cNvSpPr/>
            <p:nvPr/>
          </p:nvSpPr>
          <p:spPr>
            <a:xfrm>
              <a:off x="7134476" y="5894792"/>
              <a:ext cx="139512" cy="149620"/>
            </a:xfrm>
            <a:custGeom>
              <a:rect b="b" l="l" r="r" t="t"/>
              <a:pathLst>
                <a:path extrusionOk="0" h="328" w="306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41"/>
            <p:cNvSpPr/>
            <p:nvPr/>
          </p:nvSpPr>
          <p:spPr>
            <a:xfrm>
              <a:off x="7351783" y="6043117"/>
              <a:ext cx="119371" cy="92102"/>
            </a:xfrm>
            <a:custGeom>
              <a:rect b="b" l="l" r="r" t="t"/>
              <a:pathLst>
                <a:path extrusionOk="0" h="202" w="262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3" name="Google Shape;1123;p41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124" name="Google Shape;1124;p41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41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41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41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41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41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41"/>
            <p:cNvSpPr/>
            <p:nvPr/>
          </p:nvSpPr>
          <p:spPr>
            <a:xfrm>
              <a:off x="10198227" y="5672808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41"/>
            <p:cNvSpPr/>
            <p:nvPr/>
          </p:nvSpPr>
          <p:spPr>
            <a:xfrm>
              <a:off x="10197835" y="594458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41"/>
            <p:cNvSpPr/>
            <p:nvPr/>
          </p:nvSpPr>
          <p:spPr>
            <a:xfrm>
              <a:off x="9938649" y="6122111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41"/>
            <p:cNvSpPr/>
            <p:nvPr/>
          </p:nvSpPr>
          <p:spPr>
            <a:xfrm>
              <a:off x="9728084" y="5944196"/>
              <a:ext cx="47838" cy="83066"/>
            </a:xfrm>
            <a:custGeom>
              <a:rect b="b" l="l" r="r" t="t"/>
              <a:pathLst>
                <a:path extrusionOk="0" h="163" w="94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41"/>
            <p:cNvSpPr/>
            <p:nvPr/>
          </p:nvSpPr>
          <p:spPr>
            <a:xfrm>
              <a:off x="9728084" y="5672219"/>
              <a:ext cx="48230" cy="83066"/>
            </a:xfrm>
            <a:custGeom>
              <a:rect b="b" l="l" r="r" t="t"/>
              <a:pathLst>
                <a:path extrusionOk="0" h="163" w="95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41"/>
            <p:cNvSpPr/>
            <p:nvPr/>
          </p:nvSpPr>
          <p:spPr>
            <a:xfrm>
              <a:off x="9939237" y="5573835"/>
              <a:ext cx="96263" cy="4124"/>
            </a:xfrm>
            <a:custGeom>
              <a:rect b="b" l="l" r="r" t="t"/>
              <a:pathLst>
                <a:path extrusionOk="0" h="8" w="189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6" name="Google Shape;1136;p41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137" name="Google Shape;1137;p41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41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41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41"/>
            <p:cNvSpPr/>
            <p:nvPr/>
          </p:nvSpPr>
          <p:spPr>
            <a:xfrm>
              <a:off x="11595623" y="5710038"/>
              <a:ext cx="28649" cy="276082"/>
            </a:xfrm>
            <a:custGeom>
              <a:rect b="b" l="l" r="r" t="t"/>
              <a:pathLst>
                <a:path extrusionOk="0" h="376" w="39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41"/>
            <p:cNvSpPr/>
            <p:nvPr/>
          </p:nvSpPr>
          <p:spPr>
            <a:xfrm>
              <a:off x="11138826" y="6170527"/>
              <a:ext cx="275351" cy="29145"/>
            </a:xfrm>
            <a:custGeom>
              <a:rect b="b" l="l" r="r" t="t"/>
              <a:pathLst>
                <a:path extrusionOk="0" h="40" w="375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10925018" y="5713747"/>
              <a:ext cx="28649" cy="275287"/>
            </a:xfrm>
            <a:custGeom>
              <a:rect b="b" l="l" r="r" t="t"/>
              <a:pathLst>
                <a:path extrusionOk="0" h="375" w="39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11135112" y="5499930"/>
              <a:ext cx="275351" cy="28880"/>
            </a:xfrm>
            <a:custGeom>
              <a:rect b="b" l="l" r="r" t="t"/>
              <a:pathLst>
                <a:path extrusionOk="0" h="39" w="375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11578115" y="5950881"/>
              <a:ext cx="52789" cy="38948"/>
            </a:xfrm>
            <a:custGeom>
              <a:rect b="b" l="l" r="r" t="t"/>
              <a:pathLst>
                <a:path extrusionOk="0" h="147" w="199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11135112" y="6152776"/>
              <a:ext cx="38199" cy="52991"/>
            </a:xfrm>
            <a:custGeom>
              <a:rect b="b" l="l" r="r" t="t"/>
              <a:pathLst>
                <a:path extrusionOk="0" h="200" w="144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10918386" y="5710038"/>
              <a:ext cx="53054" cy="38154"/>
            </a:xfrm>
            <a:custGeom>
              <a:rect b="b" l="l" r="r" t="t"/>
              <a:pathLst>
                <a:path extrusionOk="0" h="144" w="20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11375979" y="5493571"/>
              <a:ext cx="38199" cy="52726"/>
            </a:xfrm>
            <a:custGeom>
              <a:rect b="b" l="l" r="r" t="t"/>
              <a:pathLst>
                <a:path extrusionOk="0" h="199" w="144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cap="rnd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9" name="Google Shape;1149;p41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150" name="Google Shape;1150;p41"/>
            <p:cNvSpPr/>
            <p:nvPr/>
          </p:nvSpPr>
          <p:spPr>
            <a:xfrm>
              <a:off x="8706181" y="5506443"/>
              <a:ext cx="230803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8460817" y="5506443"/>
              <a:ext cx="230586" cy="263259"/>
            </a:xfrm>
            <a:custGeom>
              <a:rect b="b" l="l" r="r" t="t"/>
              <a:pathLst>
                <a:path extrusionOk="0" h="432" w="378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8338678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8828754" y="5718525"/>
              <a:ext cx="230151" cy="262608"/>
            </a:xfrm>
            <a:custGeom>
              <a:rect b="b" l="l" r="r" t="t"/>
              <a:pathLst>
                <a:path extrusionOk="0" h="431" w="377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8706181" y="5930607"/>
              <a:ext cx="230803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8460817" y="5930607"/>
              <a:ext cx="230586" cy="262825"/>
            </a:xfrm>
            <a:custGeom>
              <a:rect b="b" l="l" r="r" t="t"/>
              <a:pathLst>
                <a:path extrusionOk="0" h="431" w="378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6" name="Google Shape;1156;p41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157" name="Google Shape;1157;p41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41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41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41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3210195" y="5762654"/>
              <a:ext cx="174555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3485252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3760620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4035365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4310111" y="5762654"/>
              <a:ext cx="173622" cy="174555"/>
            </a:xfrm>
            <a:custGeom>
              <a:rect b="b" l="l" r="r" t="t"/>
              <a:pathLst>
                <a:path extrusionOk="0" h="217" w="216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4585167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4859913" y="5762654"/>
              <a:ext cx="174244" cy="174555"/>
            </a:xfrm>
            <a:custGeom>
              <a:rect b="b" l="l" r="r" t="t"/>
              <a:pathLst>
                <a:path extrusionOk="0" h="217" w="217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2" name="Google Shape;1172;p41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173" name="Google Shape;1173;p41"/>
            <p:cNvSpPr/>
            <p:nvPr/>
          </p:nvSpPr>
          <p:spPr>
            <a:xfrm>
              <a:off x="1442627" y="5710929"/>
              <a:ext cx="594318" cy="405222"/>
            </a:xfrm>
            <a:custGeom>
              <a:rect b="b" l="l" r="r" t="t"/>
              <a:pathLst>
                <a:path extrusionOk="0" h="500" w="734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1442627" y="6116151"/>
              <a:ext cx="349820" cy="97191"/>
            </a:xfrm>
            <a:custGeom>
              <a:rect b="b" l="l" r="r" t="t"/>
              <a:pathLst>
                <a:path extrusionOk="0" h="313" w="1126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1573731" y="6152482"/>
              <a:ext cx="218715" cy="60861"/>
            </a:xfrm>
            <a:custGeom>
              <a:rect b="b" l="l" r="r" t="t"/>
              <a:pathLst>
                <a:path extrusionOk="0" h="196" w="704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1573731" y="6213343"/>
              <a:ext cx="109358" cy="88186"/>
            </a:xfrm>
            <a:custGeom>
              <a:rect b="b" l="l" r="r" t="t"/>
              <a:pathLst>
                <a:path extrusionOk="0" h="284" w="352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8" name="Google Shape;1178;p41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179" name="Google Shape;1179;p41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180" name="Google Shape;1180;p41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41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41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3" name="Google Shape;1183;p41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184" name="Google Shape;1184;p41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41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41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rect b="b" l="l" r="r" t="t"/>
                <a:pathLst>
                  <a:path extrusionOk="0" h="781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7" name="Google Shape;1187;p41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188" name="Google Shape;1188;p41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rect b="b" l="l" r="r" t="t"/>
                <a:pathLst>
                  <a:path extrusionOk="0" h="1165" w="234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41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41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rect b="b" l="l" r="r" t="t"/>
                <a:pathLst>
                  <a:path extrusionOk="0" h="778" w="117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1" name="Google Shape;1191;p41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192" name="Google Shape;1192;p41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rect b="b" l="l" r="r" t="t"/>
                <a:pathLst>
                  <a:path extrusionOk="0" h="1166" w="234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41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4" name="Google Shape;1194;p41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rect b="b" l="l" r="r" t="t"/>
                <a:pathLst>
                  <a:path extrusionOk="0" h="780" w="117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95" name="Google Shape;1195;p41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196" name="Google Shape;1196;p41"/>
            <p:cNvSpPr/>
            <p:nvPr/>
          </p:nvSpPr>
          <p:spPr>
            <a:xfrm>
              <a:off x="4607809" y="5824234"/>
              <a:ext cx="185166" cy="401151"/>
            </a:xfrm>
            <a:custGeom>
              <a:rect b="b" l="l" r="r" t="t"/>
              <a:pathLst>
                <a:path extrusionOk="0" h="2355" w="1083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41"/>
            <p:cNvSpPr/>
            <p:nvPr/>
          </p:nvSpPr>
          <p:spPr>
            <a:xfrm>
              <a:off x="4792974" y="5771259"/>
              <a:ext cx="185850" cy="454126"/>
            </a:xfrm>
            <a:custGeom>
              <a:rect b="b" l="l" r="r" t="t"/>
              <a:pathLst>
                <a:path extrusionOk="0" h="2666" w="1087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41"/>
            <p:cNvSpPr/>
            <p:nvPr/>
          </p:nvSpPr>
          <p:spPr>
            <a:xfrm>
              <a:off x="4978822" y="5717602"/>
              <a:ext cx="185679" cy="507784"/>
            </a:xfrm>
            <a:custGeom>
              <a:rect b="b" l="l" r="r" t="t"/>
              <a:pathLst>
                <a:path extrusionOk="0" h="2981" w="1086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41"/>
            <p:cNvSpPr/>
            <p:nvPr/>
          </p:nvSpPr>
          <p:spPr>
            <a:xfrm>
              <a:off x="5164499" y="5664627"/>
              <a:ext cx="185166" cy="560759"/>
            </a:xfrm>
            <a:custGeom>
              <a:rect b="b" l="l" r="r" t="t"/>
              <a:pathLst>
                <a:path extrusionOk="0" h="3292" w="1083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41"/>
            <p:cNvSpPr/>
            <p:nvPr/>
          </p:nvSpPr>
          <p:spPr>
            <a:xfrm>
              <a:off x="4607809" y="6225382"/>
              <a:ext cx="237484" cy="33556"/>
            </a:xfrm>
            <a:custGeom>
              <a:rect b="b" l="l" r="r" t="t"/>
              <a:pathLst>
                <a:path extrusionOk="0" h="197" w="1389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41"/>
            <p:cNvSpPr/>
            <p:nvPr/>
          </p:nvSpPr>
          <p:spPr>
            <a:xfrm>
              <a:off x="4792974" y="6225382"/>
              <a:ext cx="185850" cy="33556"/>
            </a:xfrm>
            <a:custGeom>
              <a:rect b="b" l="l" r="r" t="t"/>
              <a:pathLst>
                <a:path extrusionOk="0" h="197" w="1087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41"/>
            <p:cNvSpPr/>
            <p:nvPr/>
          </p:nvSpPr>
          <p:spPr>
            <a:xfrm>
              <a:off x="5112694" y="6225382"/>
              <a:ext cx="237997" cy="33556"/>
            </a:xfrm>
            <a:custGeom>
              <a:rect b="b" l="l" r="r" t="t"/>
              <a:pathLst>
                <a:path extrusionOk="0" h="197" w="1392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41"/>
            <p:cNvSpPr/>
            <p:nvPr/>
          </p:nvSpPr>
          <p:spPr>
            <a:xfrm>
              <a:off x="4978822" y="6225382"/>
              <a:ext cx="186192" cy="33556"/>
            </a:xfrm>
            <a:custGeom>
              <a:rect b="b" l="l" r="r" t="t"/>
              <a:pathLst>
                <a:path extrusionOk="0" h="197" w="1089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4" name="Google Shape;1204;p41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205" name="Google Shape;1205;p41"/>
            <p:cNvSpPr/>
            <p:nvPr/>
          </p:nvSpPr>
          <p:spPr>
            <a:xfrm>
              <a:off x="275148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41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41"/>
            <p:cNvSpPr/>
            <p:nvPr/>
          </p:nvSpPr>
          <p:spPr>
            <a:xfrm>
              <a:off x="2930895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41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41"/>
            <p:cNvSpPr/>
            <p:nvPr/>
          </p:nvSpPr>
          <p:spPr>
            <a:xfrm>
              <a:off x="3111130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41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1"/>
            <p:cNvSpPr/>
            <p:nvPr/>
          </p:nvSpPr>
          <p:spPr>
            <a:xfrm>
              <a:off x="3291159" y="5756280"/>
              <a:ext cx="180030" cy="453078"/>
            </a:xfrm>
            <a:custGeom>
              <a:rect b="b" l="l" r="r" t="t"/>
              <a:pathLst>
                <a:path extrusionOk="0" h="722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1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41"/>
            <p:cNvSpPr/>
            <p:nvPr/>
          </p:nvSpPr>
          <p:spPr>
            <a:xfrm>
              <a:off x="3471189" y="5732455"/>
              <a:ext cx="180236" cy="476902"/>
            </a:xfrm>
            <a:custGeom>
              <a:rect b="b" l="l" r="r" t="t"/>
              <a:pathLst>
                <a:path extrusionOk="0" h="760" w="288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41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41"/>
            <p:cNvSpPr/>
            <p:nvPr/>
          </p:nvSpPr>
          <p:spPr>
            <a:xfrm>
              <a:off x="3651425" y="5699308"/>
              <a:ext cx="179409" cy="510050"/>
            </a:xfrm>
            <a:custGeom>
              <a:rect b="b" l="l" r="r" t="t"/>
              <a:pathLst>
                <a:path extrusionOk="0" h="813" w="287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41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3830834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41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41"/>
            <p:cNvSpPr/>
            <p:nvPr/>
          </p:nvSpPr>
          <p:spPr>
            <a:xfrm>
              <a:off x="2571250" y="5664711"/>
              <a:ext cx="180236" cy="544646"/>
            </a:xfrm>
            <a:custGeom>
              <a:rect b="b" l="l" r="r" t="t"/>
              <a:pathLst>
                <a:path extrusionOk="0" h="868" w="288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41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41"/>
            <p:cNvSpPr/>
            <p:nvPr/>
          </p:nvSpPr>
          <p:spPr>
            <a:xfrm>
              <a:off x="2571250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41"/>
            <p:cNvSpPr/>
            <p:nvPr/>
          </p:nvSpPr>
          <p:spPr>
            <a:xfrm>
              <a:off x="2751485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41"/>
            <p:cNvSpPr/>
            <p:nvPr/>
          </p:nvSpPr>
          <p:spPr>
            <a:xfrm>
              <a:off x="2930895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41"/>
            <p:cNvSpPr/>
            <p:nvPr/>
          </p:nvSpPr>
          <p:spPr>
            <a:xfrm>
              <a:off x="3111130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41"/>
            <p:cNvSpPr/>
            <p:nvPr/>
          </p:nvSpPr>
          <p:spPr>
            <a:xfrm>
              <a:off x="3291159" y="6209358"/>
              <a:ext cx="180029" cy="49514"/>
            </a:xfrm>
            <a:custGeom>
              <a:rect b="b" l="l" r="r" t="t"/>
              <a:pathLst>
                <a:path extrusionOk="0" h="239" w="871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41"/>
            <p:cNvSpPr/>
            <p:nvPr/>
          </p:nvSpPr>
          <p:spPr>
            <a:xfrm>
              <a:off x="3409388" y="6209358"/>
              <a:ext cx="242037" cy="49514"/>
            </a:xfrm>
            <a:custGeom>
              <a:rect b="b" l="l" r="r" t="t"/>
              <a:pathLst>
                <a:path extrusionOk="0" h="239" w="1171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41"/>
            <p:cNvSpPr/>
            <p:nvPr/>
          </p:nvSpPr>
          <p:spPr>
            <a:xfrm>
              <a:off x="3527616" y="6209358"/>
              <a:ext cx="303218" cy="49514"/>
            </a:xfrm>
            <a:custGeom>
              <a:rect b="b" l="l" r="r" t="t"/>
              <a:pathLst>
                <a:path extrusionOk="0" h="239" w="1467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41"/>
            <p:cNvSpPr/>
            <p:nvPr/>
          </p:nvSpPr>
          <p:spPr>
            <a:xfrm>
              <a:off x="3645844" y="6209358"/>
              <a:ext cx="365226" cy="49514"/>
            </a:xfrm>
            <a:custGeom>
              <a:rect b="b" l="l" r="r" t="t"/>
              <a:pathLst>
                <a:path extrusionOk="0" h="239" w="1767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9" name="Google Shape;1229;p41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230" name="Google Shape;1230;p41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231" name="Google Shape;1231;p4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4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3" name="Google Shape;1233;p41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234" name="Google Shape;1234;p4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4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6" name="Google Shape;1236;p41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237" name="Google Shape;1237;p4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rect b="b" l="l" r="r" t="t"/>
                <a:pathLst>
                  <a:path extrusionOk="0" h="384" w="1658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4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rect b="b" l="l" r="r" t="t"/>
                <a:pathLst>
                  <a:path extrusionOk="0" h="197" w="196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9" name="Google Shape;1239;p41"/>
          <p:cNvSpPr txBox="1"/>
          <p:nvPr>
            <p:ph idx="4294967295" type="title"/>
          </p:nvPr>
        </p:nvSpPr>
        <p:spPr>
          <a:xfrm>
            <a:off x="855300" y="325275"/>
            <a:ext cx="7433400" cy="3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Diagrams and infographics</a:t>
            </a:r>
            <a:endParaRPr sz="1600"/>
          </a:p>
        </p:txBody>
      </p:sp>
      <p:sp>
        <p:nvSpPr>
          <p:cNvPr id="1240" name="Google Shape;1240;p41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294667"/>
        </a:solidFill>
      </p:bgPr>
    </p:bg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42"/>
          <p:cNvSpPr txBox="1"/>
          <p:nvPr/>
        </p:nvSpPr>
        <p:spPr>
          <a:xfrm>
            <a:off x="2861775" y="990475"/>
            <a:ext cx="5689200" cy="12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Now you can use any emoji as an icon!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 of course it resizes without losing quality and you can change the color.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How? Follow Google instructions </a:t>
            </a:r>
            <a:r>
              <a:rPr lang="en" sz="12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https://twitter.com/googledocs/status/730087240156643328</a:t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6" name="Google Shape;1246;p42"/>
          <p:cNvSpPr txBox="1"/>
          <p:nvPr/>
        </p:nvSpPr>
        <p:spPr>
          <a:xfrm>
            <a:off x="1324125" y="2540475"/>
            <a:ext cx="64689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FFA800"/>
                </a:highlight>
                <a:latin typeface="Open Sans"/>
                <a:ea typeface="Open Sans"/>
                <a:cs typeface="Open Sans"/>
                <a:sym typeface="Open Sans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FFA800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7" name="Google Shape;1247;p42"/>
          <p:cNvSpPr txBox="1"/>
          <p:nvPr/>
        </p:nvSpPr>
        <p:spPr>
          <a:xfrm>
            <a:off x="1029975" y="9326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</a:rPr>
              <a:t>😉</a:t>
            </a:r>
            <a:endParaRPr sz="9600">
              <a:solidFill>
                <a:srgbClr val="F1C232"/>
              </a:solidFill>
            </a:endParaRPr>
          </a:p>
        </p:txBody>
      </p:sp>
      <p:sp>
        <p:nvSpPr>
          <p:cNvPr id="1248" name="Google Shape;1248;p42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43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55" name="Google Shape;1255;p43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256" name="Google Shape;1256;p43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257" name="Google Shape;1257;p43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58" name="Google Shape;1258;p43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59" name="Google Shape;1259;p43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260" name="Google Shape;1260;p43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61" name="Google Shape;1261;p43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rect b="b" l="l" r="r" t="t"/>
                <a:pathLst>
                  <a:path extrusionOk="0" h="5928" w="6674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62" name="Google Shape;1262;p43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263" name="Google Shape;1263;p43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64" name="Google Shape;1264;p43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rect b="b" l="l" r="r" t="t"/>
                <a:pathLst>
                  <a:path extrusionOk="0" h="5947" w="5929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265" name="Google Shape;1265;p43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266" name="Google Shape;1266;p43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267" name="Google Shape;1267;p43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rect b="b" l="l" r="r" t="t"/>
                <a:pathLst>
                  <a:path extrusionOk="0" h="5929" w="7439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268" name="Google Shape;1268;p43"/>
          <p:cNvSpPr txBox="1"/>
          <p:nvPr>
            <p:ph idx="12" type="sldNum"/>
          </p:nvPr>
        </p:nvSpPr>
        <p:spPr>
          <a:xfrm>
            <a:off x="4303575" y="4606750"/>
            <a:ext cx="536700" cy="5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milia template">
  <a:themeElements>
    <a:clrScheme name="Custom 347">
      <a:dk1>
        <a:srgbClr val="021028"/>
      </a:dk1>
      <a:lt1>
        <a:srgbClr val="FFFFFF"/>
      </a:lt1>
      <a:dk2>
        <a:srgbClr val="294667"/>
      </a:dk2>
      <a:lt2>
        <a:srgbClr val="D6DDE4"/>
      </a:lt2>
      <a:accent1>
        <a:srgbClr val="FFB424"/>
      </a:accent1>
      <a:accent2>
        <a:srgbClr val="FF8400"/>
      </a:accent2>
      <a:accent3>
        <a:srgbClr val="4E6D92"/>
      </a:accent3>
      <a:accent4>
        <a:srgbClr val="6BA0E0"/>
      </a:accent4>
      <a:accent5>
        <a:srgbClr val="1FC3A6"/>
      </a:accent5>
      <a:accent6>
        <a:srgbClr val="ABF07F"/>
      </a:accent6>
      <a:hlink>
        <a:srgbClr val="02102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